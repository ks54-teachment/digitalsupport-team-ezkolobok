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9144000" cy="16256000"/>
  <p:embeddedFontLst>
    <p:embeddedFont>
      <p:font typeface="Liter" panose="020B0604020202020204" charset="0"/>
      <p:regular r:id="rId13"/>
    </p:embeddedFont>
    <p:embeddedFont>
      <p:font typeface="Quattrocento Sans" panose="020B0502050000020003" pitchFamily="34" charset="0"/>
      <p:regular r:id="rId14"/>
      <p:bold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5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965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svig7qlafqha/mnt/agents/output/izi-kolobok/images/2_Happy_older_mature_family_couple.png"/>
          <p:cNvPicPr>
            <a:picLocks noChangeAspect="1"/>
          </p:cNvPicPr>
          <p:nvPr/>
        </p:nvPicPr>
        <p:blipFill>
          <a:blip r:embed="rId3"/>
          <a:srcRect t="31265" b="3126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2926">
                  <a:alpha val="94000"/>
                </a:srgbClr>
              </a:gs>
              <a:gs pos="55000">
                <a:srgbClr val="2D2926">
                  <a:alpha val="80000"/>
                </a:srgbClr>
              </a:gs>
              <a:gs pos="100000">
                <a:srgbClr val="2D2926">
                  <a:alpha val="1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3238500"/>
            <a:ext cx="1016000" cy="63500"/>
          </a:xfrm>
          <a:prstGeom prst="rect">
            <a:avLst/>
          </a:prstGeom>
          <a:solidFill>
            <a:srgbClr val="D4853B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3492500"/>
            <a:ext cx="8255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6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ИЗИ КОЛОБОК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1016000" y="47625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300" dirty="0">
                <a:solidFill>
                  <a:srgbClr val="E8A95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ЦЕНТР ЦИФРОВОЙ ПОДДЕРЖКИ ГРАЖДАН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00" y="5397500"/>
            <a:ext cx="254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558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· День 5 · Защита проекта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533400"/>
            <a:ext cx="63500" cy="508000"/>
          </a:xfrm>
          <a:prstGeom prst="roundRect">
            <a:avLst>
              <a:gd name="adj" fmla="val 50000"/>
            </a:avLst>
          </a:prstGeom>
          <a:solidFill>
            <a:srgbClr val="D4853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826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Наша команда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1684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участников с чётким распределением ролей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4648200" cy="3048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7" name="Shape 5"/>
          <p:cNvSpPr/>
          <p:nvPr/>
        </p:nvSpPr>
        <p:spPr>
          <a:xfrm>
            <a:off x="1123950" y="21971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07156" y="228600"/>
                </a:moveTo>
                <a:cubicBezTo>
                  <a:pt x="95280" y="228600"/>
                  <a:pt x="85725" y="238155"/>
                  <a:pt x="85725" y="250031"/>
                </a:cubicBezTo>
                <a:cubicBezTo>
                  <a:pt x="85725" y="261908"/>
                  <a:pt x="95280" y="271463"/>
                  <a:pt x="107156" y="271463"/>
                </a:cubicBezTo>
                <a:lnTo>
                  <a:pt x="235744" y="271463"/>
                </a:lnTo>
                <a:cubicBezTo>
                  <a:pt x="247620" y="271463"/>
                  <a:pt x="257175" y="261908"/>
                  <a:pt x="257175" y="250031"/>
                </a:cubicBezTo>
                <a:cubicBezTo>
                  <a:pt x="257175" y="238155"/>
                  <a:pt x="247620" y="228600"/>
                  <a:pt x="235744" y="228600"/>
                </a:cubicBezTo>
                <a:lnTo>
                  <a:pt x="107156" y="228600"/>
                </a:lnTo>
                <a:close/>
                <a:moveTo>
                  <a:pt x="107156" y="314325"/>
                </a:moveTo>
                <a:cubicBezTo>
                  <a:pt x="95280" y="314325"/>
                  <a:pt x="85725" y="323880"/>
                  <a:pt x="85725" y="335756"/>
                </a:cubicBezTo>
                <a:cubicBezTo>
                  <a:pt x="85725" y="347633"/>
                  <a:pt x="95280" y="357188"/>
                  <a:pt x="107156" y="357188"/>
                </a:cubicBezTo>
                <a:lnTo>
                  <a:pt x="235744" y="357188"/>
                </a:lnTo>
                <a:cubicBezTo>
                  <a:pt x="247620" y="357188"/>
                  <a:pt x="257175" y="347633"/>
                  <a:pt x="257175" y="335756"/>
                </a:cubicBezTo>
                <a:cubicBezTo>
                  <a:pt x="257175" y="323880"/>
                  <a:pt x="247620" y="314325"/>
                  <a:pt x="235744" y="314325"/>
                </a:cubicBezTo>
                <a:lnTo>
                  <a:pt x="107156" y="314325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8" name="Text 6"/>
          <p:cNvSpPr/>
          <p:nvPr/>
        </p:nvSpPr>
        <p:spPr>
          <a:xfrm>
            <a:off x="1701800" y="21717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Хасанов Ильяс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01800" y="26797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Документатор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3238500"/>
            <a:ext cx="403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Ведение проектной документации, отчётов, инструкций и базы знаний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0" y="1841500"/>
            <a:ext cx="4648200" cy="3048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8850" y="21971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3" name="Text 11"/>
          <p:cNvSpPr/>
          <p:nvPr/>
        </p:nvSpPr>
        <p:spPr>
          <a:xfrm>
            <a:off x="6731000" y="21717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Хинтинский Арсений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31000" y="26797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Руководитель проекта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0" y="3238500"/>
            <a:ext cx="403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Координация работы команды, планирование задач и контроль сроков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820400" y="1841500"/>
            <a:ext cx="4648200" cy="3048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25200" y="2197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8" name="Text 16"/>
          <p:cNvSpPr/>
          <p:nvPr/>
        </p:nvSpPr>
        <p:spPr>
          <a:xfrm>
            <a:off x="11760200" y="21717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Шорохов Артём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60200" y="26797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Специалист по безопасности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25200" y="3238500"/>
            <a:ext cx="403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Разработка материалов по информационной безопасности и защите данных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76600" y="5270500"/>
            <a:ext cx="4648200" cy="3048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4250" y="56261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57150" y="85725"/>
                </a:moveTo>
                <a:cubicBezTo>
                  <a:pt x="57150" y="54203"/>
                  <a:pt x="82778" y="28575"/>
                  <a:pt x="114300" y="28575"/>
                </a:cubicBezTo>
                <a:lnTo>
                  <a:pt x="457200" y="28575"/>
                </a:lnTo>
                <a:cubicBezTo>
                  <a:pt x="488722" y="28575"/>
                  <a:pt x="514350" y="54203"/>
                  <a:pt x="514350" y="85725"/>
                </a:cubicBezTo>
                <a:lnTo>
                  <a:pt x="514350" y="300038"/>
                </a:lnTo>
                <a:lnTo>
                  <a:pt x="457200" y="300038"/>
                </a:lnTo>
                <a:lnTo>
                  <a:pt x="457200" y="85725"/>
                </a:lnTo>
                <a:lnTo>
                  <a:pt x="114300" y="85725"/>
                </a:lnTo>
                <a:lnTo>
                  <a:pt x="114300" y="300038"/>
                </a:lnTo>
                <a:lnTo>
                  <a:pt x="57150" y="300038"/>
                </a:lnTo>
                <a:lnTo>
                  <a:pt x="57150" y="85725"/>
                </a:lnTo>
                <a:close/>
                <a:moveTo>
                  <a:pt x="0" y="360045"/>
                </a:moveTo>
                <a:cubicBezTo>
                  <a:pt x="0" y="350580"/>
                  <a:pt x="7680" y="342900"/>
                  <a:pt x="17145" y="342900"/>
                </a:cubicBezTo>
                <a:lnTo>
                  <a:pt x="554355" y="342900"/>
                </a:lnTo>
                <a:cubicBezTo>
                  <a:pt x="563820" y="342900"/>
                  <a:pt x="571500" y="350580"/>
                  <a:pt x="571500" y="360045"/>
                </a:cubicBezTo>
                <a:cubicBezTo>
                  <a:pt x="571500" y="397907"/>
                  <a:pt x="540782" y="428625"/>
                  <a:pt x="502920" y="428625"/>
                </a:cubicBezTo>
                <a:lnTo>
                  <a:pt x="68580" y="428625"/>
                </a:lnTo>
                <a:cubicBezTo>
                  <a:pt x="30718" y="428625"/>
                  <a:pt x="0" y="397907"/>
                  <a:pt x="0" y="360045"/>
                </a:cubicBezTo>
                <a:close/>
                <a:moveTo>
                  <a:pt x="250924" y="186630"/>
                </a:moveTo>
                <a:lnTo>
                  <a:pt x="223242" y="214313"/>
                </a:lnTo>
                <a:lnTo>
                  <a:pt x="250924" y="241995"/>
                </a:lnTo>
                <a:cubicBezTo>
                  <a:pt x="259318" y="250388"/>
                  <a:pt x="259318" y="263962"/>
                  <a:pt x="250924" y="272266"/>
                </a:cubicBezTo>
                <a:cubicBezTo>
                  <a:pt x="242530" y="280571"/>
                  <a:pt x="228957" y="280660"/>
                  <a:pt x="220653" y="272266"/>
                </a:cubicBezTo>
                <a:lnTo>
                  <a:pt x="177790" y="229404"/>
                </a:lnTo>
                <a:cubicBezTo>
                  <a:pt x="169396" y="221010"/>
                  <a:pt x="169396" y="207437"/>
                  <a:pt x="177790" y="199132"/>
                </a:cubicBezTo>
                <a:lnTo>
                  <a:pt x="220653" y="156270"/>
                </a:lnTo>
                <a:cubicBezTo>
                  <a:pt x="229046" y="147876"/>
                  <a:pt x="242620" y="147876"/>
                  <a:pt x="250924" y="156270"/>
                </a:cubicBezTo>
                <a:cubicBezTo>
                  <a:pt x="259229" y="164663"/>
                  <a:pt x="259318" y="178237"/>
                  <a:pt x="250924" y="186541"/>
                </a:cubicBezTo>
                <a:close/>
                <a:moveTo>
                  <a:pt x="350937" y="156270"/>
                </a:moveTo>
                <a:lnTo>
                  <a:pt x="393799" y="199132"/>
                </a:lnTo>
                <a:cubicBezTo>
                  <a:pt x="402193" y="207526"/>
                  <a:pt x="402193" y="221099"/>
                  <a:pt x="393799" y="229404"/>
                </a:cubicBezTo>
                <a:lnTo>
                  <a:pt x="350937" y="272266"/>
                </a:lnTo>
                <a:cubicBezTo>
                  <a:pt x="342543" y="280660"/>
                  <a:pt x="328970" y="280660"/>
                  <a:pt x="320665" y="272266"/>
                </a:cubicBezTo>
                <a:cubicBezTo>
                  <a:pt x="312360" y="263872"/>
                  <a:pt x="312271" y="250299"/>
                  <a:pt x="320665" y="241995"/>
                </a:cubicBezTo>
                <a:lnTo>
                  <a:pt x="348347" y="214313"/>
                </a:lnTo>
                <a:lnTo>
                  <a:pt x="320665" y="186630"/>
                </a:lnTo>
                <a:cubicBezTo>
                  <a:pt x="312271" y="178237"/>
                  <a:pt x="312271" y="164663"/>
                  <a:pt x="320665" y="156359"/>
                </a:cubicBezTo>
                <a:cubicBezTo>
                  <a:pt x="329059" y="148054"/>
                  <a:pt x="342632" y="147965"/>
                  <a:pt x="350937" y="156359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23" name="Text 21"/>
          <p:cNvSpPr/>
          <p:nvPr/>
        </p:nvSpPr>
        <p:spPr>
          <a:xfrm>
            <a:off x="4216400" y="56007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Шнурников Илья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16400" y="61087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Технический специалист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81400" y="6667500"/>
            <a:ext cx="4038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Настройка инфраструктуры, работа с Git, GitHub и техническими инструментами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05800" y="5270500"/>
            <a:ext cx="4648200" cy="3048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27" name="Shape 25"/>
          <p:cNvSpPr/>
          <p:nvPr/>
        </p:nvSpPr>
        <p:spPr>
          <a:xfrm>
            <a:off x="8582025" y="56261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49674" y="27682"/>
                </a:moveTo>
                <a:cubicBezTo>
                  <a:pt x="237083" y="10269"/>
                  <a:pt x="216902" y="0"/>
                  <a:pt x="195471" y="0"/>
                </a:cubicBezTo>
                <a:cubicBezTo>
                  <a:pt x="158502" y="0"/>
                  <a:pt x="128588" y="29914"/>
                  <a:pt x="128588" y="66883"/>
                </a:cubicBezTo>
                <a:lnTo>
                  <a:pt x="128588" y="69026"/>
                </a:lnTo>
                <a:cubicBezTo>
                  <a:pt x="128588" y="126534"/>
                  <a:pt x="201811" y="188149"/>
                  <a:pt x="237708" y="214848"/>
                </a:cubicBezTo>
                <a:cubicBezTo>
                  <a:pt x="249317" y="223510"/>
                  <a:pt x="264944" y="223510"/>
                  <a:pt x="276552" y="214848"/>
                </a:cubicBezTo>
                <a:cubicBezTo>
                  <a:pt x="312450" y="188059"/>
                  <a:pt x="385673" y="126534"/>
                  <a:pt x="385673" y="69026"/>
                </a:cubicBezTo>
                <a:lnTo>
                  <a:pt x="385673" y="66883"/>
                </a:lnTo>
                <a:cubicBezTo>
                  <a:pt x="385673" y="29914"/>
                  <a:pt x="355759" y="0"/>
                  <a:pt x="318790" y="0"/>
                </a:cubicBezTo>
                <a:cubicBezTo>
                  <a:pt x="297359" y="0"/>
                  <a:pt x="277178" y="10269"/>
                  <a:pt x="264587" y="27682"/>
                </a:cubicBezTo>
                <a:lnTo>
                  <a:pt x="257175" y="38130"/>
                </a:lnTo>
                <a:lnTo>
                  <a:pt x="249674" y="27682"/>
                </a:lnTo>
                <a:close/>
                <a:moveTo>
                  <a:pt x="97601" y="304949"/>
                </a:moveTo>
                <a:lnTo>
                  <a:pt x="59561" y="342900"/>
                </a:lnTo>
                <a:lnTo>
                  <a:pt x="28575" y="342900"/>
                </a:lnTo>
                <a:cubicBezTo>
                  <a:pt x="12769" y="342900"/>
                  <a:pt x="0" y="355669"/>
                  <a:pt x="0" y="371475"/>
                </a:cubicBezTo>
                <a:lnTo>
                  <a:pt x="0" y="428625"/>
                </a:lnTo>
                <a:cubicBezTo>
                  <a:pt x="0" y="444431"/>
                  <a:pt x="12769" y="457200"/>
                  <a:pt x="28575" y="457200"/>
                </a:cubicBezTo>
                <a:lnTo>
                  <a:pt x="314771" y="457200"/>
                </a:lnTo>
                <a:cubicBezTo>
                  <a:pt x="340668" y="457200"/>
                  <a:pt x="365939" y="448895"/>
                  <a:pt x="386834" y="433536"/>
                </a:cubicBezTo>
                <a:lnTo>
                  <a:pt x="499884" y="350222"/>
                </a:lnTo>
                <a:cubicBezTo>
                  <a:pt x="515779" y="338524"/>
                  <a:pt x="519172" y="316200"/>
                  <a:pt x="507474" y="300305"/>
                </a:cubicBezTo>
                <a:cubicBezTo>
                  <a:pt x="495776" y="284411"/>
                  <a:pt x="473452" y="281017"/>
                  <a:pt x="457557" y="292715"/>
                </a:cubicBezTo>
                <a:lnTo>
                  <a:pt x="350580" y="371475"/>
                </a:lnTo>
                <a:lnTo>
                  <a:pt x="250031" y="371475"/>
                </a:lnTo>
                <a:cubicBezTo>
                  <a:pt x="238155" y="371475"/>
                  <a:pt x="228600" y="361920"/>
                  <a:pt x="228600" y="350044"/>
                </a:cubicBezTo>
                <a:cubicBezTo>
                  <a:pt x="228600" y="338167"/>
                  <a:pt x="238155" y="328613"/>
                  <a:pt x="250031" y="328613"/>
                </a:cubicBezTo>
                <a:lnTo>
                  <a:pt x="314325" y="328613"/>
                </a:lnTo>
                <a:cubicBezTo>
                  <a:pt x="330131" y="328613"/>
                  <a:pt x="342900" y="315843"/>
                  <a:pt x="342900" y="300038"/>
                </a:cubicBezTo>
                <a:cubicBezTo>
                  <a:pt x="342900" y="284232"/>
                  <a:pt x="330131" y="271463"/>
                  <a:pt x="314325" y="271463"/>
                </a:cubicBezTo>
                <a:lnTo>
                  <a:pt x="178415" y="271463"/>
                </a:lnTo>
                <a:cubicBezTo>
                  <a:pt x="148144" y="271463"/>
                  <a:pt x="119033" y="283518"/>
                  <a:pt x="97601" y="304949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28" name="Text 26"/>
          <p:cNvSpPr/>
          <p:nvPr/>
        </p:nvSpPr>
        <p:spPr>
          <a:xfrm>
            <a:off x="9245600" y="56007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Александр Минаков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45600" y="61087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Консультант бабушек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10600" y="6667500"/>
            <a:ext cx="403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Прямая работа с пользователями — консультирование и помощь пенсионерам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533400"/>
            <a:ext cx="63500" cy="508000"/>
          </a:xfrm>
          <a:prstGeom prst="roundRect">
            <a:avLst>
              <a:gd name="adj" fmla="val 50000"/>
            </a:avLst>
          </a:prstGeom>
          <a:solidFill>
            <a:srgbClr val="D4853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826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Цифровое неравенство пожилых</a:t>
            </a:r>
            <a:endParaRPr lang="en-US" sz="3600" dirty="0"/>
          </a:p>
        </p:txBody>
      </p:sp>
      <p:pic>
        <p:nvPicPr>
          <p:cNvPr id="5" name="Image 0" descr="https://kimi-img.moonshot.cn/pub/slides/okc/tsvig7qlafqha/mnt/agents/output/izi-kolobok/images/6_Embrace_technology_it_can_change.png"/>
          <p:cNvPicPr>
            <a:picLocks noChangeAspect="1"/>
          </p:cNvPicPr>
          <p:nvPr/>
        </p:nvPicPr>
        <p:blipFill>
          <a:blip r:embed="rId3"/>
          <a:srcRect l="20556" r="20556"/>
          <a:stretch/>
        </p:blipFill>
        <p:spPr>
          <a:xfrm>
            <a:off x="762000" y="1524000"/>
            <a:ext cx="6096000" cy="6858000"/>
          </a:xfrm>
          <a:prstGeom prst="roundRect">
            <a:avLst>
              <a:gd name="adj" fmla="val 1200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493000" y="1524000"/>
            <a:ext cx="8001000" cy="1524000"/>
          </a:xfrm>
          <a:prstGeom prst="roundRect">
            <a:avLst>
              <a:gd name="adj" fmla="val 12000"/>
            </a:avLst>
          </a:prstGeom>
          <a:solidFill>
            <a:srgbClr val="D4853B"/>
          </a:solidFill>
          <a:ln/>
        </p:spPr>
      </p:sp>
      <p:sp>
        <p:nvSpPr>
          <p:cNvPr id="7" name="Text 4"/>
          <p:cNvSpPr/>
          <p:nvPr/>
        </p:nvSpPr>
        <p:spPr>
          <a:xfrm>
            <a:off x="7874000" y="1651000"/>
            <a:ext cx="3175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20+ млн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74000" y="2438400"/>
            <a:ext cx="723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пожилых людей в России испытывают трудности с технологиями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15821" y="16034"/>
                </a:moveTo>
                <a:cubicBezTo>
                  <a:pt x="208042" y="11589"/>
                  <a:pt x="198437" y="11589"/>
                  <a:pt x="190579" y="16034"/>
                </a:cubicBezTo>
                <a:lnTo>
                  <a:pt x="12779" y="117634"/>
                </a:lnTo>
                <a:cubicBezTo>
                  <a:pt x="2778" y="123349"/>
                  <a:pt x="-2143" y="135096"/>
                  <a:pt x="794" y="146209"/>
                </a:cubicBezTo>
                <a:cubicBezTo>
                  <a:pt x="3731" y="157321"/>
                  <a:pt x="13891" y="165100"/>
                  <a:pt x="25400" y="165100"/>
                </a:cubicBezTo>
                <a:lnTo>
                  <a:pt x="50800" y="165100"/>
                </a:lnTo>
                <a:lnTo>
                  <a:pt x="50800" y="330200"/>
                </a:lnTo>
                <a:lnTo>
                  <a:pt x="50800" y="330200"/>
                </a:lnTo>
                <a:lnTo>
                  <a:pt x="10160" y="360680"/>
                </a:lnTo>
                <a:cubicBezTo>
                  <a:pt x="3731" y="365442"/>
                  <a:pt x="0" y="372983"/>
                  <a:pt x="0" y="381000"/>
                </a:cubicBezTo>
                <a:cubicBezTo>
                  <a:pt x="0" y="395049"/>
                  <a:pt x="11351" y="406400"/>
                  <a:pt x="25400" y="406400"/>
                </a:cubicBezTo>
                <a:lnTo>
                  <a:pt x="381000" y="406400"/>
                </a:lnTo>
                <a:cubicBezTo>
                  <a:pt x="395049" y="406400"/>
                  <a:pt x="406400" y="395049"/>
                  <a:pt x="406400" y="381000"/>
                </a:cubicBezTo>
                <a:cubicBezTo>
                  <a:pt x="406400" y="372983"/>
                  <a:pt x="402669" y="365442"/>
                  <a:pt x="396240" y="360680"/>
                </a:cubicBezTo>
                <a:lnTo>
                  <a:pt x="355600" y="330200"/>
                </a:lnTo>
                <a:lnTo>
                  <a:pt x="355600" y="165100"/>
                </a:lnTo>
                <a:lnTo>
                  <a:pt x="381000" y="165100"/>
                </a:lnTo>
                <a:cubicBezTo>
                  <a:pt x="392509" y="165100"/>
                  <a:pt x="402590" y="157321"/>
                  <a:pt x="405527" y="146209"/>
                </a:cubicBezTo>
                <a:cubicBezTo>
                  <a:pt x="408464" y="135096"/>
                  <a:pt x="403543" y="123349"/>
                  <a:pt x="393541" y="117634"/>
                </a:cubicBezTo>
                <a:lnTo>
                  <a:pt x="215741" y="16034"/>
                </a:lnTo>
                <a:close/>
                <a:moveTo>
                  <a:pt x="317500" y="165100"/>
                </a:moveTo>
                <a:lnTo>
                  <a:pt x="317500" y="330200"/>
                </a:lnTo>
                <a:lnTo>
                  <a:pt x="266700" y="330200"/>
                </a:lnTo>
                <a:lnTo>
                  <a:pt x="266700" y="165100"/>
                </a:lnTo>
                <a:lnTo>
                  <a:pt x="317500" y="165100"/>
                </a:lnTo>
                <a:close/>
                <a:moveTo>
                  <a:pt x="228600" y="165100"/>
                </a:moveTo>
                <a:lnTo>
                  <a:pt x="228600" y="330200"/>
                </a:lnTo>
                <a:lnTo>
                  <a:pt x="177800" y="330200"/>
                </a:lnTo>
                <a:lnTo>
                  <a:pt x="177800" y="165100"/>
                </a:lnTo>
                <a:lnTo>
                  <a:pt x="228600" y="165100"/>
                </a:lnTo>
                <a:close/>
                <a:moveTo>
                  <a:pt x="139700" y="165100"/>
                </a:moveTo>
                <a:lnTo>
                  <a:pt x="139700" y="330200"/>
                </a:lnTo>
                <a:lnTo>
                  <a:pt x="88900" y="330200"/>
                </a:lnTo>
                <a:lnTo>
                  <a:pt x="88900" y="165100"/>
                </a:lnTo>
                <a:lnTo>
                  <a:pt x="139700" y="165100"/>
                </a:lnTo>
                <a:close/>
                <a:moveTo>
                  <a:pt x="203200" y="76200"/>
                </a:moveTo>
                <a:cubicBezTo>
                  <a:pt x="217219" y="76200"/>
                  <a:pt x="228600" y="87581"/>
                  <a:pt x="228600" y="101600"/>
                </a:cubicBezTo>
                <a:cubicBezTo>
                  <a:pt x="228600" y="115619"/>
                  <a:pt x="217219" y="127000"/>
                  <a:pt x="203200" y="127000"/>
                </a:cubicBezTo>
                <a:cubicBezTo>
                  <a:pt x="189181" y="127000"/>
                  <a:pt x="177800" y="115619"/>
                  <a:pt x="177800" y="101600"/>
                </a:cubicBezTo>
                <a:cubicBezTo>
                  <a:pt x="177800" y="87581"/>
                  <a:pt x="189181" y="76200"/>
                  <a:pt x="203200" y="76200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0" y="34290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Сложности с госуслугами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регистрация, подача документов, запись к врачу онлайн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0" y="450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4450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Риски мошенничества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фишинг, телефонные мошенники, кража данных и денег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70800" y="5524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2700" y="50800"/>
                </a:moveTo>
                <a:cubicBezTo>
                  <a:pt x="12700" y="22781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22781"/>
                  <a:pt x="292100" y="50800"/>
                </a:cubicBezTo>
                <a:lnTo>
                  <a:pt x="292100" y="355600"/>
                </a:lnTo>
                <a:cubicBezTo>
                  <a:pt x="292100" y="383619"/>
                  <a:pt x="269319" y="406400"/>
                  <a:pt x="241300" y="406400"/>
                </a:cubicBezTo>
                <a:lnTo>
                  <a:pt x="63500" y="406400"/>
                </a:lnTo>
                <a:cubicBezTo>
                  <a:pt x="35481" y="406400"/>
                  <a:pt x="12700" y="383619"/>
                  <a:pt x="12700" y="355600"/>
                </a:cubicBezTo>
                <a:lnTo>
                  <a:pt x="12700" y="50800"/>
                </a:lnTo>
                <a:close/>
                <a:moveTo>
                  <a:pt x="101600" y="349250"/>
                </a:moveTo>
                <a:cubicBezTo>
                  <a:pt x="101600" y="359807"/>
                  <a:pt x="110093" y="368300"/>
                  <a:pt x="120650" y="368300"/>
                </a:cubicBezTo>
                <a:lnTo>
                  <a:pt x="184150" y="368300"/>
                </a:lnTo>
                <a:cubicBezTo>
                  <a:pt x="194707" y="368300"/>
                  <a:pt x="203200" y="359807"/>
                  <a:pt x="203200" y="349250"/>
                </a:cubicBezTo>
                <a:cubicBezTo>
                  <a:pt x="203200" y="338693"/>
                  <a:pt x="194707" y="330200"/>
                  <a:pt x="184150" y="330200"/>
                </a:cubicBezTo>
                <a:lnTo>
                  <a:pt x="120650" y="330200"/>
                </a:lnTo>
                <a:cubicBezTo>
                  <a:pt x="110093" y="330200"/>
                  <a:pt x="101600" y="338693"/>
                  <a:pt x="101600" y="349250"/>
                </a:cubicBezTo>
                <a:close/>
                <a:moveTo>
                  <a:pt x="241300" y="50800"/>
                </a:moveTo>
                <a:lnTo>
                  <a:pt x="63500" y="50800"/>
                </a:lnTo>
                <a:lnTo>
                  <a:pt x="63500" y="292100"/>
                </a:lnTo>
                <a:lnTo>
                  <a:pt x="241300" y="292100"/>
                </a:lnTo>
                <a:lnTo>
                  <a:pt x="241300" y="50800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54610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Неумение пользоваться сервисами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онлайн-банкинг, покупки, связь с родными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94600" y="6540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2544" y="-19764"/>
                </a:moveTo>
                <a:cubicBezTo>
                  <a:pt x="25083" y="-27226"/>
                  <a:pt x="13017" y="-27226"/>
                  <a:pt x="5636" y="-19764"/>
                </a:cubicBezTo>
                <a:cubicBezTo>
                  <a:pt x="-1746" y="-12303"/>
                  <a:pt x="-1826" y="-238"/>
                  <a:pt x="5556" y="7223"/>
                </a:cubicBezTo>
                <a:lnTo>
                  <a:pt x="424656" y="426323"/>
                </a:lnTo>
                <a:cubicBezTo>
                  <a:pt x="432118" y="433784"/>
                  <a:pt x="444183" y="433784"/>
                  <a:pt x="451564" y="426323"/>
                </a:cubicBezTo>
                <a:cubicBezTo>
                  <a:pt x="458946" y="418862"/>
                  <a:pt x="459026" y="406797"/>
                  <a:pt x="451564" y="399415"/>
                </a:cubicBezTo>
                <a:lnTo>
                  <a:pt x="247253" y="195024"/>
                </a:lnTo>
                <a:cubicBezTo>
                  <a:pt x="290909" y="186373"/>
                  <a:pt x="323850" y="147796"/>
                  <a:pt x="323850" y="101600"/>
                </a:cubicBezTo>
                <a:cubicBezTo>
                  <a:pt x="323850" y="48974"/>
                  <a:pt x="281226" y="6350"/>
                  <a:pt x="228600" y="6350"/>
                </a:cubicBezTo>
                <a:cubicBezTo>
                  <a:pt x="182404" y="6350"/>
                  <a:pt x="143828" y="39291"/>
                  <a:pt x="135176" y="82947"/>
                </a:cubicBezTo>
                <a:lnTo>
                  <a:pt x="32544" y="-19764"/>
                </a:lnTo>
                <a:close/>
                <a:moveTo>
                  <a:pt x="187008" y="242411"/>
                </a:moveTo>
                <a:cubicBezTo>
                  <a:pt x="117396" y="251301"/>
                  <a:pt x="63500" y="310753"/>
                  <a:pt x="63500" y="382826"/>
                </a:cubicBezTo>
                <a:cubicBezTo>
                  <a:pt x="63500" y="395843"/>
                  <a:pt x="74057" y="406400"/>
                  <a:pt x="87074" y="406400"/>
                </a:cubicBezTo>
                <a:lnTo>
                  <a:pt x="350996" y="406400"/>
                </a:lnTo>
                <a:lnTo>
                  <a:pt x="187008" y="242411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64770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Социальная изоляция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отсутствие поддержки ведёт к цифровой маргинализации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533400"/>
            <a:ext cx="63500" cy="508000"/>
          </a:xfrm>
          <a:prstGeom prst="roundRect">
            <a:avLst>
              <a:gd name="adj" fmla="val 50000"/>
            </a:avLst>
          </a:prstGeom>
          <a:solidFill>
            <a:srgbClr val="D4853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826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Наше решение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1460500"/>
            <a:ext cx="6858000" cy="2540000"/>
          </a:xfrm>
          <a:prstGeom prst="roundRect">
            <a:avLst>
              <a:gd name="adj" fmla="val 12000"/>
            </a:avLst>
          </a:prstGeom>
          <a:solidFill>
            <a:srgbClr val="D4853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651000"/>
            <a:ext cx="609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Проект «Изи Колобок»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3114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Центр цифровой поддержки, где бабушки и дедушки получают понятные, точные и профессиональные консультации по вопросам технологий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381500"/>
            <a:ext cx="3238500" cy="1968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463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15821" y="16034"/>
                </a:moveTo>
                <a:cubicBezTo>
                  <a:pt x="208042" y="11589"/>
                  <a:pt x="198437" y="11589"/>
                  <a:pt x="190579" y="16034"/>
                </a:cubicBezTo>
                <a:lnTo>
                  <a:pt x="12779" y="117634"/>
                </a:lnTo>
                <a:cubicBezTo>
                  <a:pt x="2778" y="123349"/>
                  <a:pt x="-2143" y="135096"/>
                  <a:pt x="794" y="146209"/>
                </a:cubicBezTo>
                <a:cubicBezTo>
                  <a:pt x="3731" y="157321"/>
                  <a:pt x="13891" y="165100"/>
                  <a:pt x="25400" y="165100"/>
                </a:cubicBezTo>
                <a:lnTo>
                  <a:pt x="50800" y="165100"/>
                </a:lnTo>
                <a:lnTo>
                  <a:pt x="50800" y="330200"/>
                </a:lnTo>
                <a:lnTo>
                  <a:pt x="50800" y="330200"/>
                </a:lnTo>
                <a:lnTo>
                  <a:pt x="10160" y="360680"/>
                </a:lnTo>
                <a:cubicBezTo>
                  <a:pt x="3731" y="365442"/>
                  <a:pt x="0" y="372983"/>
                  <a:pt x="0" y="381000"/>
                </a:cubicBezTo>
                <a:cubicBezTo>
                  <a:pt x="0" y="395049"/>
                  <a:pt x="11351" y="406400"/>
                  <a:pt x="25400" y="406400"/>
                </a:cubicBezTo>
                <a:lnTo>
                  <a:pt x="381000" y="406400"/>
                </a:lnTo>
                <a:cubicBezTo>
                  <a:pt x="395049" y="406400"/>
                  <a:pt x="406400" y="395049"/>
                  <a:pt x="406400" y="381000"/>
                </a:cubicBezTo>
                <a:cubicBezTo>
                  <a:pt x="406400" y="372983"/>
                  <a:pt x="402669" y="365442"/>
                  <a:pt x="396240" y="360680"/>
                </a:cubicBezTo>
                <a:lnTo>
                  <a:pt x="355600" y="330200"/>
                </a:lnTo>
                <a:lnTo>
                  <a:pt x="355600" y="165100"/>
                </a:lnTo>
                <a:lnTo>
                  <a:pt x="381000" y="165100"/>
                </a:lnTo>
                <a:cubicBezTo>
                  <a:pt x="392509" y="165100"/>
                  <a:pt x="402590" y="157321"/>
                  <a:pt x="405527" y="146209"/>
                </a:cubicBezTo>
                <a:cubicBezTo>
                  <a:pt x="408464" y="135096"/>
                  <a:pt x="403543" y="123349"/>
                  <a:pt x="393541" y="117634"/>
                </a:cubicBezTo>
                <a:lnTo>
                  <a:pt x="215741" y="16034"/>
                </a:lnTo>
                <a:close/>
                <a:moveTo>
                  <a:pt x="317500" y="165100"/>
                </a:moveTo>
                <a:lnTo>
                  <a:pt x="317500" y="330200"/>
                </a:lnTo>
                <a:lnTo>
                  <a:pt x="266700" y="330200"/>
                </a:lnTo>
                <a:lnTo>
                  <a:pt x="266700" y="165100"/>
                </a:lnTo>
                <a:lnTo>
                  <a:pt x="317500" y="165100"/>
                </a:lnTo>
                <a:close/>
                <a:moveTo>
                  <a:pt x="228600" y="165100"/>
                </a:moveTo>
                <a:lnTo>
                  <a:pt x="228600" y="330200"/>
                </a:lnTo>
                <a:lnTo>
                  <a:pt x="177800" y="330200"/>
                </a:lnTo>
                <a:lnTo>
                  <a:pt x="177800" y="165100"/>
                </a:lnTo>
                <a:lnTo>
                  <a:pt x="228600" y="165100"/>
                </a:lnTo>
                <a:close/>
                <a:moveTo>
                  <a:pt x="139700" y="165100"/>
                </a:moveTo>
                <a:lnTo>
                  <a:pt x="139700" y="330200"/>
                </a:lnTo>
                <a:lnTo>
                  <a:pt x="88900" y="330200"/>
                </a:lnTo>
                <a:lnTo>
                  <a:pt x="88900" y="165100"/>
                </a:lnTo>
                <a:lnTo>
                  <a:pt x="139700" y="165100"/>
                </a:lnTo>
                <a:close/>
                <a:moveTo>
                  <a:pt x="203200" y="76200"/>
                </a:moveTo>
                <a:cubicBezTo>
                  <a:pt x="217219" y="76200"/>
                  <a:pt x="228600" y="87581"/>
                  <a:pt x="228600" y="101600"/>
                </a:cubicBezTo>
                <a:cubicBezTo>
                  <a:pt x="228600" y="115619"/>
                  <a:pt x="217219" y="127000"/>
                  <a:pt x="203200" y="127000"/>
                </a:cubicBezTo>
                <a:cubicBezTo>
                  <a:pt x="189181" y="127000"/>
                  <a:pt x="177800" y="115619"/>
                  <a:pt x="177800" y="101600"/>
                </a:cubicBezTo>
                <a:cubicBezTo>
                  <a:pt x="177800" y="87581"/>
                  <a:pt x="189181" y="76200"/>
                  <a:pt x="203200" y="76200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0" name="Text 8"/>
          <p:cNvSpPr/>
          <p:nvPr/>
        </p:nvSpPr>
        <p:spPr>
          <a:xfrm>
            <a:off x="1625600" y="46355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Госуслуги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51435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Помощь с регистрацией, записями и документами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1500" y="4381500"/>
            <a:ext cx="3238500" cy="1968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6300" y="463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4" name="Text 12"/>
          <p:cNvSpPr/>
          <p:nvPr/>
        </p:nvSpPr>
        <p:spPr>
          <a:xfrm>
            <a:off x="5245100" y="46355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86300" y="51435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Защита от мошенников, фишинга и кражи данных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731000"/>
            <a:ext cx="3238500" cy="1968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1400" y="6985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8100" y="155416"/>
                </a:moveTo>
                <a:lnTo>
                  <a:pt x="204152" y="223758"/>
                </a:lnTo>
                <a:cubicBezTo>
                  <a:pt x="211931" y="226933"/>
                  <a:pt x="220186" y="228600"/>
                  <a:pt x="228600" y="228600"/>
                </a:cubicBezTo>
                <a:cubicBezTo>
                  <a:pt x="237014" y="228600"/>
                  <a:pt x="245269" y="226933"/>
                  <a:pt x="253048" y="223758"/>
                </a:cubicBezTo>
                <a:lnTo>
                  <a:pt x="445453" y="144542"/>
                </a:lnTo>
                <a:cubicBezTo>
                  <a:pt x="452596" y="141605"/>
                  <a:pt x="457200" y="134699"/>
                  <a:pt x="457200" y="127000"/>
                </a:cubicBezTo>
                <a:cubicBezTo>
                  <a:pt x="457200" y="119301"/>
                  <a:pt x="452596" y="112395"/>
                  <a:pt x="445453" y="109458"/>
                </a:cubicBezTo>
                <a:lnTo>
                  <a:pt x="253048" y="30242"/>
                </a:lnTo>
                <a:cubicBezTo>
                  <a:pt x="245269" y="27067"/>
                  <a:pt x="237014" y="25400"/>
                  <a:pt x="228600" y="25400"/>
                </a:cubicBezTo>
                <a:cubicBezTo>
                  <a:pt x="220186" y="25400"/>
                  <a:pt x="211931" y="27067"/>
                  <a:pt x="204152" y="30242"/>
                </a:cubicBezTo>
                <a:lnTo>
                  <a:pt x="11748" y="109458"/>
                </a:lnTo>
                <a:cubicBezTo>
                  <a:pt x="4604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8493" y="381000"/>
                  <a:pt x="19050" y="381000"/>
                </a:cubicBezTo>
                <a:cubicBezTo>
                  <a:pt x="29607" y="381000"/>
                  <a:pt x="38100" y="372507"/>
                  <a:pt x="38100" y="361950"/>
                </a:cubicBezTo>
                <a:lnTo>
                  <a:pt x="38100" y="155416"/>
                </a:lnTo>
                <a:close/>
                <a:moveTo>
                  <a:pt x="76200" y="212328"/>
                </a:moveTo>
                <a:lnTo>
                  <a:pt x="76200" y="304800"/>
                </a:lnTo>
                <a:cubicBezTo>
                  <a:pt x="76200" y="346869"/>
                  <a:pt x="144463" y="381000"/>
                  <a:pt x="228600" y="381000"/>
                </a:cubicBezTo>
                <a:cubicBezTo>
                  <a:pt x="312738" y="381000"/>
                  <a:pt x="381000" y="346869"/>
                  <a:pt x="381000" y="304800"/>
                </a:cubicBezTo>
                <a:lnTo>
                  <a:pt x="381000" y="212249"/>
                </a:lnTo>
                <a:lnTo>
                  <a:pt x="267573" y="259001"/>
                </a:lnTo>
                <a:cubicBezTo>
                  <a:pt x="255191" y="264081"/>
                  <a:pt x="242014" y="266700"/>
                  <a:pt x="228600" y="266700"/>
                </a:cubicBezTo>
                <a:cubicBezTo>
                  <a:pt x="215186" y="266700"/>
                  <a:pt x="202009" y="264081"/>
                  <a:pt x="189627" y="259001"/>
                </a:cubicBezTo>
                <a:lnTo>
                  <a:pt x="76200" y="212249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8" name="Text 16"/>
          <p:cNvSpPr/>
          <p:nvPr/>
        </p:nvSpPr>
        <p:spPr>
          <a:xfrm>
            <a:off x="1625600" y="6985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Обучение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6800" y="7493000"/>
            <a:ext cx="266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Освоение смартфонов, приложений и онлайн-сервисов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1500" y="6731000"/>
            <a:ext cx="3238500" cy="1968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0900" y="6985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04800" y="114300"/>
                </a:moveTo>
                <a:cubicBezTo>
                  <a:pt x="304800" y="191452"/>
                  <a:pt x="236538" y="254000"/>
                  <a:pt x="152400" y="254000"/>
                </a:cubicBezTo>
                <a:cubicBezTo>
                  <a:pt x="131207" y="254000"/>
                  <a:pt x="111046" y="250031"/>
                  <a:pt x="92710" y="242888"/>
                </a:cubicBezTo>
                <a:lnTo>
                  <a:pt x="27940" y="277178"/>
                </a:lnTo>
                <a:cubicBezTo>
                  <a:pt x="20558" y="281067"/>
                  <a:pt x="11509" y="279717"/>
                  <a:pt x="5556" y="273844"/>
                </a:cubicBezTo>
                <a:cubicBezTo>
                  <a:pt x="-397" y="267970"/>
                  <a:pt x="-1746" y="258842"/>
                  <a:pt x="2223" y="251460"/>
                </a:cubicBezTo>
                <a:lnTo>
                  <a:pt x="30480" y="198120"/>
                </a:lnTo>
                <a:cubicBezTo>
                  <a:pt x="11351" y="174784"/>
                  <a:pt x="0" y="145733"/>
                  <a:pt x="0" y="114300"/>
                </a:cubicBezTo>
                <a:cubicBezTo>
                  <a:pt x="0" y="37147"/>
                  <a:pt x="68263" y="-25400"/>
                  <a:pt x="152400" y="-25400"/>
                </a:cubicBezTo>
                <a:cubicBezTo>
                  <a:pt x="236538" y="-25400"/>
                  <a:pt x="304800" y="37147"/>
                  <a:pt x="304800" y="114300"/>
                </a:cubicBezTo>
                <a:close/>
                <a:moveTo>
                  <a:pt x="304800" y="406400"/>
                </a:moveTo>
                <a:cubicBezTo>
                  <a:pt x="230108" y="406400"/>
                  <a:pt x="167958" y="357108"/>
                  <a:pt x="154940" y="292100"/>
                </a:cubicBezTo>
                <a:cubicBezTo>
                  <a:pt x="250190" y="290909"/>
                  <a:pt x="332978" y="223123"/>
                  <a:pt x="342106" y="131207"/>
                </a:cubicBezTo>
                <a:cubicBezTo>
                  <a:pt x="408226" y="146447"/>
                  <a:pt x="457200" y="201295"/>
                  <a:pt x="457200" y="266700"/>
                </a:cubicBezTo>
                <a:cubicBezTo>
                  <a:pt x="457200" y="298133"/>
                  <a:pt x="445849" y="327184"/>
                  <a:pt x="426720" y="350520"/>
                </a:cubicBezTo>
                <a:lnTo>
                  <a:pt x="454978" y="403860"/>
                </a:lnTo>
                <a:cubicBezTo>
                  <a:pt x="458867" y="411242"/>
                  <a:pt x="457518" y="420291"/>
                  <a:pt x="451644" y="426244"/>
                </a:cubicBezTo>
                <a:cubicBezTo>
                  <a:pt x="445770" y="432197"/>
                  <a:pt x="436642" y="433546"/>
                  <a:pt x="429260" y="429578"/>
                </a:cubicBezTo>
                <a:lnTo>
                  <a:pt x="364490" y="395288"/>
                </a:lnTo>
                <a:cubicBezTo>
                  <a:pt x="346154" y="402431"/>
                  <a:pt x="325993" y="406400"/>
                  <a:pt x="304800" y="406400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22" name="Text 20"/>
          <p:cNvSpPr/>
          <p:nvPr/>
        </p:nvSpPr>
        <p:spPr>
          <a:xfrm>
            <a:off x="5245100" y="6985000"/>
            <a:ext cx="234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Консультирование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86300" y="7493000"/>
            <a:ext cx="266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Персональные ответы на вопросы по цифровым технологиям</a:t>
            </a:r>
            <a:endParaRPr lang="en-US" sz="1600" dirty="0"/>
          </a:p>
        </p:txBody>
      </p:sp>
      <p:pic>
        <p:nvPicPr>
          <p:cNvPr id="24" name="Image 0" descr="https://kimi-img.moonshot.cn/pub/slides/okc/tsvig7qlafqha/mnt/agents/output/izi-kolobok/images/3_How_Technology_Helps_Seniors_Age.png"/>
          <p:cNvPicPr>
            <a:picLocks noChangeAspect="1"/>
          </p:cNvPicPr>
          <p:nvPr/>
        </p:nvPicPr>
        <p:blipFill>
          <a:blip r:embed="rId3"/>
          <a:srcRect l="15165" r="15165"/>
          <a:stretch/>
        </p:blipFill>
        <p:spPr>
          <a:xfrm>
            <a:off x="8128000" y="1460500"/>
            <a:ext cx="7366000" cy="7048500"/>
          </a:xfrm>
          <a:prstGeom prst="roundRect">
            <a:avLst>
              <a:gd name="adj" fmla="val 12000"/>
            </a:avLst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533400"/>
            <a:ext cx="63500" cy="508000"/>
          </a:xfrm>
          <a:prstGeom prst="roundRect">
            <a:avLst>
              <a:gd name="adj" fmla="val 50000"/>
            </a:avLst>
          </a:prstGeom>
          <a:solidFill>
            <a:srgbClr val="D4853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826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Инструменты и технологии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4648200" cy="3238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6" name="Shape 4"/>
          <p:cNvSpPr/>
          <p:nvPr/>
        </p:nvSpPr>
        <p:spPr>
          <a:xfrm>
            <a:off x="1098550" y="1905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36166" y="234255"/>
                </a:moveTo>
                <a:lnTo>
                  <a:pt x="242094" y="40184"/>
                </a:lnTo>
                <a:cubicBezTo>
                  <a:pt x="236736" y="34727"/>
                  <a:pt x="229394" y="31750"/>
                  <a:pt x="221853" y="31750"/>
                </a:cubicBezTo>
                <a:cubicBezTo>
                  <a:pt x="214313" y="31750"/>
                  <a:pt x="206970" y="34727"/>
                  <a:pt x="201613" y="40084"/>
                </a:cubicBezTo>
                <a:lnTo>
                  <a:pt x="161230" y="80367"/>
                </a:lnTo>
                <a:lnTo>
                  <a:pt x="212328" y="131465"/>
                </a:lnTo>
                <a:cubicBezTo>
                  <a:pt x="239216" y="122436"/>
                  <a:pt x="264616" y="148134"/>
                  <a:pt x="255389" y="174823"/>
                </a:cubicBezTo>
                <a:lnTo>
                  <a:pt x="304701" y="224135"/>
                </a:lnTo>
                <a:cubicBezTo>
                  <a:pt x="338634" y="212427"/>
                  <a:pt x="365423" y="254893"/>
                  <a:pt x="339923" y="280392"/>
                </a:cubicBezTo>
                <a:cubicBezTo>
                  <a:pt x="313630" y="306685"/>
                  <a:pt x="270272" y="277515"/>
                  <a:pt x="284361" y="243384"/>
                </a:cubicBezTo>
                <a:lnTo>
                  <a:pt x="238423" y="197445"/>
                </a:lnTo>
                <a:lnTo>
                  <a:pt x="238423" y="318393"/>
                </a:lnTo>
                <a:cubicBezTo>
                  <a:pt x="263525" y="330795"/>
                  <a:pt x="260548" y="359866"/>
                  <a:pt x="247452" y="372963"/>
                </a:cubicBezTo>
                <a:cubicBezTo>
                  <a:pt x="241102" y="379313"/>
                  <a:pt x="232370" y="382984"/>
                  <a:pt x="223341" y="382984"/>
                </a:cubicBezTo>
                <a:cubicBezTo>
                  <a:pt x="214312" y="382984"/>
                  <a:pt x="205680" y="379413"/>
                  <a:pt x="199231" y="372963"/>
                </a:cubicBezTo>
                <a:cubicBezTo>
                  <a:pt x="181769" y="355501"/>
                  <a:pt x="188218" y="326430"/>
                  <a:pt x="210344" y="317401"/>
                </a:cubicBezTo>
                <a:lnTo>
                  <a:pt x="210344" y="195362"/>
                </a:lnTo>
                <a:cubicBezTo>
                  <a:pt x="189706" y="186928"/>
                  <a:pt x="185936" y="164902"/>
                  <a:pt x="191889" y="150713"/>
                </a:cubicBezTo>
                <a:lnTo>
                  <a:pt x="141486" y="100211"/>
                </a:lnTo>
                <a:lnTo>
                  <a:pt x="8434" y="233263"/>
                </a:lnTo>
                <a:cubicBezTo>
                  <a:pt x="2977" y="238720"/>
                  <a:pt x="0" y="245963"/>
                  <a:pt x="0" y="253504"/>
                </a:cubicBezTo>
                <a:cubicBezTo>
                  <a:pt x="0" y="261045"/>
                  <a:pt x="2977" y="268387"/>
                  <a:pt x="8434" y="273745"/>
                </a:cubicBezTo>
                <a:lnTo>
                  <a:pt x="202505" y="467916"/>
                </a:lnTo>
                <a:cubicBezTo>
                  <a:pt x="207863" y="473273"/>
                  <a:pt x="215106" y="476250"/>
                  <a:pt x="222746" y="476250"/>
                </a:cubicBezTo>
                <a:cubicBezTo>
                  <a:pt x="230386" y="476250"/>
                  <a:pt x="237629" y="473273"/>
                  <a:pt x="242987" y="467916"/>
                </a:cubicBezTo>
                <a:lnTo>
                  <a:pt x="436166" y="274737"/>
                </a:lnTo>
                <a:cubicBezTo>
                  <a:pt x="441523" y="269379"/>
                  <a:pt x="444500" y="262037"/>
                  <a:pt x="444500" y="254496"/>
                </a:cubicBezTo>
                <a:cubicBezTo>
                  <a:pt x="444500" y="246955"/>
                  <a:pt x="441523" y="239613"/>
                  <a:pt x="436166" y="234255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7" name="Text 5"/>
          <p:cNvSpPr/>
          <p:nvPr/>
        </p:nvSpPr>
        <p:spPr>
          <a:xfrm>
            <a:off x="1778000" y="1905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2603500"/>
            <a:ext cx="4038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Контроль версий и совместная работа над проектом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91200" y="1587500"/>
            <a:ext cx="4648200" cy="3238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2541" y="394295"/>
                </a:moveTo>
                <a:cubicBezTo>
                  <a:pt x="172541" y="396280"/>
                  <a:pt x="170259" y="397867"/>
                  <a:pt x="167382" y="397867"/>
                </a:cubicBezTo>
                <a:cubicBezTo>
                  <a:pt x="164108" y="398165"/>
                  <a:pt x="161826" y="396577"/>
                  <a:pt x="161826" y="394295"/>
                </a:cubicBezTo>
                <a:cubicBezTo>
                  <a:pt x="161826" y="392311"/>
                  <a:pt x="164108" y="390723"/>
                  <a:pt x="166985" y="390723"/>
                </a:cubicBezTo>
                <a:cubicBezTo>
                  <a:pt x="169962" y="390426"/>
                  <a:pt x="172541" y="392013"/>
                  <a:pt x="172541" y="394295"/>
                </a:cubicBezTo>
                <a:close/>
                <a:moveTo>
                  <a:pt x="141684" y="389830"/>
                </a:moveTo>
                <a:cubicBezTo>
                  <a:pt x="140990" y="391815"/>
                  <a:pt x="142974" y="394097"/>
                  <a:pt x="145951" y="394692"/>
                </a:cubicBezTo>
                <a:cubicBezTo>
                  <a:pt x="148530" y="395684"/>
                  <a:pt x="151507" y="394692"/>
                  <a:pt x="152102" y="392708"/>
                </a:cubicBezTo>
                <a:cubicBezTo>
                  <a:pt x="152698" y="390723"/>
                  <a:pt x="150813" y="388441"/>
                  <a:pt x="147836" y="387548"/>
                </a:cubicBezTo>
                <a:cubicBezTo>
                  <a:pt x="145256" y="386854"/>
                  <a:pt x="142379" y="387846"/>
                  <a:pt x="141684" y="389830"/>
                </a:cubicBezTo>
                <a:close/>
                <a:moveTo>
                  <a:pt x="185539" y="388144"/>
                </a:moveTo>
                <a:cubicBezTo>
                  <a:pt x="182662" y="388838"/>
                  <a:pt x="180677" y="390723"/>
                  <a:pt x="180975" y="393005"/>
                </a:cubicBezTo>
                <a:cubicBezTo>
                  <a:pt x="181273" y="394990"/>
                  <a:pt x="183852" y="396280"/>
                  <a:pt x="186829" y="395585"/>
                </a:cubicBezTo>
                <a:cubicBezTo>
                  <a:pt x="189706" y="394891"/>
                  <a:pt x="191691" y="393005"/>
                  <a:pt x="191393" y="391021"/>
                </a:cubicBezTo>
                <a:cubicBezTo>
                  <a:pt x="191095" y="389136"/>
                  <a:pt x="188416" y="387846"/>
                  <a:pt x="185539" y="388144"/>
                </a:cubicBezTo>
                <a:close/>
                <a:moveTo>
                  <a:pt x="250825" y="7938"/>
                </a:moveTo>
                <a:cubicBezTo>
                  <a:pt x="113209" y="7938"/>
                  <a:pt x="7938" y="112415"/>
                  <a:pt x="7938" y="250031"/>
                </a:cubicBezTo>
                <a:cubicBezTo>
                  <a:pt x="7938" y="360065"/>
                  <a:pt x="77192" y="454223"/>
                  <a:pt x="176113" y="487362"/>
                </a:cubicBezTo>
                <a:cubicBezTo>
                  <a:pt x="188813" y="489645"/>
                  <a:pt x="193278" y="481806"/>
                  <a:pt x="193278" y="475357"/>
                </a:cubicBezTo>
                <a:cubicBezTo>
                  <a:pt x="193278" y="469205"/>
                  <a:pt x="192980" y="435273"/>
                  <a:pt x="192980" y="414437"/>
                </a:cubicBezTo>
                <a:cubicBezTo>
                  <a:pt x="192980" y="414437"/>
                  <a:pt x="123527" y="429320"/>
                  <a:pt x="108942" y="384870"/>
                </a:cubicBezTo>
                <a:cubicBezTo>
                  <a:pt x="108942" y="384870"/>
                  <a:pt x="97631" y="355997"/>
                  <a:pt x="81359" y="348555"/>
                </a:cubicBezTo>
                <a:cubicBezTo>
                  <a:pt x="81359" y="348555"/>
                  <a:pt x="58638" y="332978"/>
                  <a:pt x="82947" y="333276"/>
                </a:cubicBezTo>
                <a:cubicBezTo>
                  <a:pt x="82947" y="333276"/>
                  <a:pt x="107652" y="335260"/>
                  <a:pt x="121245" y="358874"/>
                </a:cubicBezTo>
                <a:cubicBezTo>
                  <a:pt x="142974" y="397173"/>
                  <a:pt x="179388" y="386159"/>
                  <a:pt x="193576" y="379611"/>
                </a:cubicBezTo>
                <a:cubicBezTo>
                  <a:pt x="195858" y="363736"/>
                  <a:pt x="202307" y="352723"/>
                  <a:pt x="209451" y="346174"/>
                </a:cubicBezTo>
                <a:cubicBezTo>
                  <a:pt x="153988" y="340023"/>
                  <a:pt x="98028" y="331986"/>
                  <a:pt x="98028" y="236537"/>
                </a:cubicBezTo>
                <a:cubicBezTo>
                  <a:pt x="98028" y="209252"/>
                  <a:pt x="105569" y="195560"/>
                  <a:pt x="121444" y="178098"/>
                </a:cubicBezTo>
                <a:cubicBezTo>
                  <a:pt x="118864" y="171648"/>
                  <a:pt x="110430" y="145058"/>
                  <a:pt x="124023" y="110728"/>
                </a:cubicBezTo>
                <a:cubicBezTo>
                  <a:pt x="144760" y="104279"/>
                  <a:pt x="192484" y="137517"/>
                  <a:pt x="192484" y="137517"/>
                </a:cubicBezTo>
                <a:cubicBezTo>
                  <a:pt x="212328" y="131961"/>
                  <a:pt x="233660" y="129084"/>
                  <a:pt x="254794" y="129084"/>
                </a:cubicBezTo>
                <a:cubicBezTo>
                  <a:pt x="275927" y="129084"/>
                  <a:pt x="297259" y="131961"/>
                  <a:pt x="317103" y="137517"/>
                </a:cubicBezTo>
                <a:cubicBezTo>
                  <a:pt x="317103" y="137517"/>
                  <a:pt x="364827" y="104180"/>
                  <a:pt x="385564" y="110728"/>
                </a:cubicBezTo>
                <a:cubicBezTo>
                  <a:pt x="399157" y="145157"/>
                  <a:pt x="390723" y="171648"/>
                  <a:pt x="388144" y="178098"/>
                </a:cubicBezTo>
                <a:cubicBezTo>
                  <a:pt x="404019" y="195659"/>
                  <a:pt x="413742" y="209352"/>
                  <a:pt x="413742" y="236537"/>
                </a:cubicBezTo>
                <a:cubicBezTo>
                  <a:pt x="413742" y="332284"/>
                  <a:pt x="355302" y="339923"/>
                  <a:pt x="299839" y="346174"/>
                </a:cubicBezTo>
                <a:cubicBezTo>
                  <a:pt x="308967" y="354012"/>
                  <a:pt x="316706" y="368895"/>
                  <a:pt x="316706" y="392212"/>
                </a:cubicBezTo>
                <a:cubicBezTo>
                  <a:pt x="316706" y="425648"/>
                  <a:pt x="316409" y="467023"/>
                  <a:pt x="316409" y="475159"/>
                </a:cubicBezTo>
                <a:cubicBezTo>
                  <a:pt x="316409" y="481608"/>
                  <a:pt x="320973" y="489446"/>
                  <a:pt x="333573" y="487164"/>
                </a:cubicBezTo>
                <a:cubicBezTo>
                  <a:pt x="432792" y="454223"/>
                  <a:pt x="500063" y="360065"/>
                  <a:pt x="500063" y="250031"/>
                </a:cubicBezTo>
                <a:cubicBezTo>
                  <a:pt x="500063" y="112415"/>
                  <a:pt x="388441" y="7938"/>
                  <a:pt x="250825" y="7938"/>
                </a:cubicBezTo>
                <a:close/>
                <a:moveTo>
                  <a:pt x="104378" y="350143"/>
                </a:moveTo>
                <a:cubicBezTo>
                  <a:pt x="103088" y="351135"/>
                  <a:pt x="103386" y="353417"/>
                  <a:pt x="105073" y="355302"/>
                </a:cubicBezTo>
                <a:cubicBezTo>
                  <a:pt x="106660" y="356890"/>
                  <a:pt x="108942" y="357584"/>
                  <a:pt x="110232" y="356295"/>
                </a:cubicBezTo>
                <a:cubicBezTo>
                  <a:pt x="111522" y="355302"/>
                  <a:pt x="111224" y="353020"/>
                  <a:pt x="109538" y="351135"/>
                </a:cubicBezTo>
                <a:cubicBezTo>
                  <a:pt x="107950" y="349548"/>
                  <a:pt x="105668" y="348853"/>
                  <a:pt x="104378" y="350143"/>
                </a:cubicBezTo>
                <a:close/>
                <a:moveTo>
                  <a:pt x="93663" y="342106"/>
                </a:moveTo>
                <a:cubicBezTo>
                  <a:pt x="92968" y="343396"/>
                  <a:pt x="93960" y="344984"/>
                  <a:pt x="95945" y="345976"/>
                </a:cubicBezTo>
                <a:cubicBezTo>
                  <a:pt x="97532" y="346968"/>
                  <a:pt x="99516" y="346670"/>
                  <a:pt x="100211" y="345281"/>
                </a:cubicBezTo>
                <a:cubicBezTo>
                  <a:pt x="100905" y="343991"/>
                  <a:pt x="99913" y="342404"/>
                  <a:pt x="97929" y="341412"/>
                </a:cubicBezTo>
                <a:cubicBezTo>
                  <a:pt x="95945" y="340816"/>
                  <a:pt x="94357" y="341114"/>
                  <a:pt x="93663" y="342106"/>
                </a:cubicBezTo>
                <a:close/>
                <a:moveTo>
                  <a:pt x="125809" y="377428"/>
                </a:moveTo>
                <a:cubicBezTo>
                  <a:pt x="124222" y="378718"/>
                  <a:pt x="124817" y="381695"/>
                  <a:pt x="127099" y="383580"/>
                </a:cubicBezTo>
                <a:cubicBezTo>
                  <a:pt x="129381" y="385862"/>
                  <a:pt x="132259" y="386159"/>
                  <a:pt x="133548" y="384572"/>
                </a:cubicBezTo>
                <a:cubicBezTo>
                  <a:pt x="134838" y="383282"/>
                  <a:pt x="134243" y="380305"/>
                  <a:pt x="132259" y="378420"/>
                </a:cubicBezTo>
                <a:cubicBezTo>
                  <a:pt x="130076" y="376138"/>
                  <a:pt x="127099" y="375841"/>
                  <a:pt x="125809" y="377428"/>
                </a:cubicBezTo>
                <a:close/>
                <a:moveTo>
                  <a:pt x="114498" y="362843"/>
                </a:moveTo>
                <a:cubicBezTo>
                  <a:pt x="112911" y="363835"/>
                  <a:pt x="112911" y="366415"/>
                  <a:pt x="114498" y="368697"/>
                </a:cubicBezTo>
                <a:cubicBezTo>
                  <a:pt x="116086" y="370979"/>
                  <a:pt x="118765" y="371971"/>
                  <a:pt x="120055" y="370979"/>
                </a:cubicBezTo>
                <a:cubicBezTo>
                  <a:pt x="121642" y="369689"/>
                  <a:pt x="121642" y="367109"/>
                  <a:pt x="120055" y="364827"/>
                </a:cubicBezTo>
                <a:cubicBezTo>
                  <a:pt x="118666" y="362545"/>
                  <a:pt x="116086" y="361553"/>
                  <a:pt x="114498" y="362843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1" name="Text 9"/>
          <p:cNvSpPr/>
          <p:nvPr/>
        </p:nvSpPr>
        <p:spPr>
          <a:xfrm>
            <a:off x="6807200" y="1905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2603500"/>
            <a:ext cx="4038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Хранилище проекта, доска задач, wiki и документация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820400" y="1587500"/>
            <a:ext cx="4648200" cy="3238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61700" y="1905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589161" y="58638"/>
                </a:moveTo>
                <a:lnTo>
                  <a:pt x="45839" y="58638"/>
                </a:lnTo>
                <a:cubicBezTo>
                  <a:pt x="20538" y="58638"/>
                  <a:pt x="0" y="79177"/>
                  <a:pt x="0" y="104378"/>
                </a:cubicBezTo>
                <a:lnTo>
                  <a:pt x="0" y="403523"/>
                </a:lnTo>
                <a:cubicBezTo>
                  <a:pt x="0" y="428823"/>
                  <a:pt x="20538" y="449362"/>
                  <a:pt x="45839" y="449362"/>
                </a:cubicBezTo>
                <a:lnTo>
                  <a:pt x="589260" y="449362"/>
                </a:lnTo>
                <a:cubicBezTo>
                  <a:pt x="614561" y="449362"/>
                  <a:pt x="635099" y="428823"/>
                  <a:pt x="635000" y="403622"/>
                </a:cubicBezTo>
                <a:lnTo>
                  <a:pt x="635000" y="104378"/>
                </a:lnTo>
                <a:cubicBezTo>
                  <a:pt x="635000" y="79177"/>
                  <a:pt x="614462" y="58638"/>
                  <a:pt x="589161" y="58638"/>
                </a:cubicBezTo>
                <a:close/>
                <a:moveTo>
                  <a:pt x="335855" y="357783"/>
                </a:moveTo>
                <a:lnTo>
                  <a:pt x="274836" y="357783"/>
                </a:lnTo>
                <a:lnTo>
                  <a:pt x="274836" y="238720"/>
                </a:lnTo>
                <a:lnTo>
                  <a:pt x="213816" y="315020"/>
                </a:lnTo>
                <a:lnTo>
                  <a:pt x="152797" y="238720"/>
                </a:lnTo>
                <a:lnTo>
                  <a:pt x="152797" y="357783"/>
                </a:lnTo>
                <a:lnTo>
                  <a:pt x="91579" y="357783"/>
                </a:lnTo>
                <a:lnTo>
                  <a:pt x="91579" y="150217"/>
                </a:lnTo>
                <a:lnTo>
                  <a:pt x="152598" y="150217"/>
                </a:lnTo>
                <a:lnTo>
                  <a:pt x="213618" y="226516"/>
                </a:lnTo>
                <a:lnTo>
                  <a:pt x="274638" y="150217"/>
                </a:lnTo>
                <a:lnTo>
                  <a:pt x="335657" y="150217"/>
                </a:lnTo>
                <a:lnTo>
                  <a:pt x="335657" y="357783"/>
                </a:lnTo>
                <a:lnTo>
                  <a:pt x="335855" y="357783"/>
                </a:lnTo>
                <a:close/>
                <a:moveTo>
                  <a:pt x="470098" y="360859"/>
                </a:moveTo>
                <a:lnTo>
                  <a:pt x="378520" y="254000"/>
                </a:lnTo>
                <a:lnTo>
                  <a:pt x="439539" y="254000"/>
                </a:lnTo>
                <a:lnTo>
                  <a:pt x="439539" y="150217"/>
                </a:lnTo>
                <a:lnTo>
                  <a:pt x="500559" y="150217"/>
                </a:lnTo>
                <a:lnTo>
                  <a:pt x="500559" y="254000"/>
                </a:lnTo>
                <a:lnTo>
                  <a:pt x="561578" y="254000"/>
                </a:lnTo>
                <a:lnTo>
                  <a:pt x="470098" y="360859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5" name="Text 13"/>
          <p:cNvSpPr/>
          <p:nvPr/>
        </p:nvSpPr>
        <p:spPr>
          <a:xfrm>
            <a:off x="11836400" y="19050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Markdown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25200" y="2603500"/>
            <a:ext cx="4038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Форматирование документации и базы знаний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4648200" cy="3238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3300" y="5524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49250" y="0"/>
                </a:moveTo>
                <a:cubicBezTo>
                  <a:pt x="349250" y="-17562"/>
                  <a:pt x="335062" y="-31750"/>
                  <a:pt x="317500" y="-31750"/>
                </a:cubicBezTo>
                <a:cubicBezTo>
                  <a:pt x="299938" y="-31750"/>
                  <a:pt x="285750" y="-17562"/>
                  <a:pt x="285750" y="0"/>
                </a:cubicBezTo>
                <a:lnTo>
                  <a:pt x="285750" y="63500"/>
                </a:lnTo>
                <a:lnTo>
                  <a:pt x="190500" y="63500"/>
                </a:lnTo>
                <a:cubicBezTo>
                  <a:pt x="137914" y="63500"/>
                  <a:pt x="95250" y="106164"/>
                  <a:pt x="95250" y="158750"/>
                </a:cubicBezTo>
                <a:lnTo>
                  <a:pt x="95250" y="381000"/>
                </a:lnTo>
                <a:cubicBezTo>
                  <a:pt x="95250" y="433586"/>
                  <a:pt x="137914" y="476250"/>
                  <a:pt x="190500" y="476250"/>
                </a:cubicBezTo>
                <a:lnTo>
                  <a:pt x="444500" y="476250"/>
                </a:lnTo>
                <a:cubicBezTo>
                  <a:pt x="497086" y="476250"/>
                  <a:pt x="539750" y="433586"/>
                  <a:pt x="539750" y="381000"/>
                </a:cubicBezTo>
                <a:lnTo>
                  <a:pt x="539750" y="158750"/>
                </a:lnTo>
                <a:cubicBezTo>
                  <a:pt x="539750" y="106164"/>
                  <a:pt x="497086" y="63500"/>
                  <a:pt x="444500" y="63500"/>
                </a:cubicBezTo>
                <a:lnTo>
                  <a:pt x="349250" y="63500"/>
                </a:lnTo>
                <a:lnTo>
                  <a:pt x="349250" y="0"/>
                </a:lnTo>
                <a:close/>
                <a:moveTo>
                  <a:pt x="158750" y="365125"/>
                </a:moveTo>
                <a:cubicBezTo>
                  <a:pt x="158750" y="351929"/>
                  <a:pt x="169366" y="341313"/>
                  <a:pt x="182563" y="341313"/>
                </a:cubicBezTo>
                <a:lnTo>
                  <a:pt x="214313" y="341313"/>
                </a:lnTo>
                <a:cubicBezTo>
                  <a:pt x="227509" y="341313"/>
                  <a:pt x="238125" y="351929"/>
                  <a:pt x="238125" y="365125"/>
                </a:cubicBezTo>
                <a:cubicBezTo>
                  <a:pt x="238125" y="378321"/>
                  <a:pt x="227509" y="388938"/>
                  <a:pt x="214313" y="388938"/>
                </a:cubicBezTo>
                <a:lnTo>
                  <a:pt x="182563" y="388938"/>
                </a:lnTo>
                <a:cubicBezTo>
                  <a:pt x="169366" y="388938"/>
                  <a:pt x="158750" y="378321"/>
                  <a:pt x="158750" y="365125"/>
                </a:cubicBezTo>
                <a:close/>
                <a:moveTo>
                  <a:pt x="277813" y="365125"/>
                </a:moveTo>
                <a:cubicBezTo>
                  <a:pt x="277813" y="351929"/>
                  <a:pt x="288429" y="341313"/>
                  <a:pt x="301625" y="341313"/>
                </a:cubicBezTo>
                <a:lnTo>
                  <a:pt x="333375" y="341313"/>
                </a:lnTo>
                <a:cubicBezTo>
                  <a:pt x="346571" y="341313"/>
                  <a:pt x="357188" y="351929"/>
                  <a:pt x="357188" y="365125"/>
                </a:cubicBezTo>
                <a:cubicBezTo>
                  <a:pt x="357188" y="378321"/>
                  <a:pt x="346571" y="388938"/>
                  <a:pt x="333375" y="388938"/>
                </a:cubicBezTo>
                <a:lnTo>
                  <a:pt x="301625" y="388938"/>
                </a:lnTo>
                <a:cubicBezTo>
                  <a:pt x="288429" y="388938"/>
                  <a:pt x="277813" y="378321"/>
                  <a:pt x="277813" y="365125"/>
                </a:cubicBezTo>
                <a:close/>
                <a:moveTo>
                  <a:pt x="396875" y="365125"/>
                </a:moveTo>
                <a:cubicBezTo>
                  <a:pt x="396875" y="351929"/>
                  <a:pt x="407491" y="341313"/>
                  <a:pt x="420688" y="341313"/>
                </a:cubicBezTo>
                <a:lnTo>
                  <a:pt x="452437" y="341313"/>
                </a:lnTo>
                <a:cubicBezTo>
                  <a:pt x="465634" y="341313"/>
                  <a:pt x="476250" y="351929"/>
                  <a:pt x="476250" y="365125"/>
                </a:cubicBezTo>
                <a:cubicBezTo>
                  <a:pt x="476250" y="378321"/>
                  <a:pt x="465634" y="388938"/>
                  <a:pt x="452437" y="388938"/>
                </a:cubicBezTo>
                <a:lnTo>
                  <a:pt x="420688" y="388938"/>
                </a:lnTo>
                <a:cubicBezTo>
                  <a:pt x="407491" y="388938"/>
                  <a:pt x="396875" y="378321"/>
                  <a:pt x="396875" y="365125"/>
                </a:cubicBezTo>
                <a:close/>
                <a:moveTo>
                  <a:pt x="222250" y="174625"/>
                </a:moveTo>
                <a:cubicBezTo>
                  <a:pt x="248535" y="174625"/>
                  <a:pt x="269875" y="195965"/>
                  <a:pt x="269875" y="222250"/>
                </a:cubicBezTo>
                <a:cubicBezTo>
                  <a:pt x="269875" y="248535"/>
                  <a:pt x="248535" y="269875"/>
                  <a:pt x="222250" y="269875"/>
                </a:cubicBezTo>
                <a:cubicBezTo>
                  <a:pt x="195965" y="269875"/>
                  <a:pt x="174625" y="248535"/>
                  <a:pt x="174625" y="222250"/>
                </a:cubicBezTo>
                <a:cubicBezTo>
                  <a:pt x="174625" y="195965"/>
                  <a:pt x="195965" y="174625"/>
                  <a:pt x="222250" y="174625"/>
                </a:cubicBezTo>
                <a:close/>
                <a:moveTo>
                  <a:pt x="365125" y="222250"/>
                </a:moveTo>
                <a:cubicBezTo>
                  <a:pt x="365125" y="195965"/>
                  <a:pt x="386465" y="174625"/>
                  <a:pt x="412750" y="174625"/>
                </a:cubicBezTo>
                <a:cubicBezTo>
                  <a:pt x="439035" y="174625"/>
                  <a:pt x="460375" y="195965"/>
                  <a:pt x="460375" y="222250"/>
                </a:cubicBezTo>
                <a:cubicBezTo>
                  <a:pt x="460375" y="248535"/>
                  <a:pt x="439035" y="269875"/>
                  <a:pt x="412750" y="269875"/>
                </a:cubicBezTo>
                <a:cubicBezTo>
                  <a:pt x="386465" y="269875"/>
                  <a:pt x="365125" y="248535"/>
                  <a:pt x="365125" y="222250"/>
                </a:cubicBezTo>
                <a:close/>
                <a:moveTo>
                  <a:pt x="63500" y="222250"/>
                </a:moveTo>
                <a:cubicBezTo>
                  <a:pt x="63500" y="204688"/>
                  <a:pt x="49312" y="190500"/>
                  <a:pt x="31750" y="190500"/>
                </a:cubicBezTo>
                <a:cubicBezTo>
                  <a:pt x="14188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4188" y="349250"/>
                  <a:pt x="31750" y="349250"/>
                </a:cubicBezTo>
                <a:cubicBezTo>
                  <a:pt x="49312" y="349250"/>
                  <a:pt x="63500" y="335062"/>
                  <a:pt x="63500" y="317500"/>
                </a:cubicBezTo>
                <a:lnTo>
                  <a:pt x="63500" y="222250"/>
                </a:lnTo>
                <a:close/>
                <a:moveTo>
                  <a:pt x="603250" y="190500"/>
                </a:moveTo>
                <a:cubicBezTo>
                  <a:pt x="585688" y="190500"/>
                  <a:pt x="571500" y="204688"/>
                  <a:pt x="571500" y="222250"/>
                </a:cubicBezTo>
                <a:lnTo>
                  <a:pt x="571500" y="317500"/>
                </a:lnTo>
                <a:cubicBezTo>
                  <a:pt x="571500" y="335062"/>
                  <a:pt x="585688" y="349250"/>
                  <a:pt x="603250" y="349250"/>
                </a:cubicBezTo>
                <a:cubicBezTo>
                  <a:pt x="620812" y="349250"/>
                  <a:pt x="635000" y="335062"/>
                  <a:pt x="635000" y="317500"/>
                </a:cubicBezTo>
                <a:lnTo>
                  <a:pt x="635000" y="222250"/>
                </a:lnTo>
                <a:cubicBezTo>
                  <a:pt x="635000" y="204688"/>
                  <a:pt x="620812" y="190500"/>
                  <a:pt x="603250" y="190500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9" name="Text 17"/>
          <p:cNvSpPr/>
          <p:nvPr/>
        </p:nvSpPr>
        <p:spPr>
          <a:xfrm>
            <a:off x="1778000" y="55245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ИИ-ассистенты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" y="6223000"/>
            <a:ext cx="4038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ChatGPT, Claude, Qwen, Gemini — генерация контента и помощь в написании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91200" y="5207000"/>
            <a:ext cx="4648200" cy="3238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22" name="Shape 20"/>
          <p:cNvSpPr/>
          <p:nvPr/>
        </p:nvSpPr>
        <p:spPr>
          <a:xfrm>
            <a:off x="6064250" y="5524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57981" y="1191"/>
                </a:moveTo>
                <a:cubicBezTo>
                  <a:pt x="341114" y="-3671"/>
                  <a:pt x="323552" y="6152"/>
                  <a:pt x="318691" y="23019"/>
                </a:cubicBezTo>
                <a:lnTo>
                  <a:pt x="191691" y="467519"/>
                </a:lnTo>
                <a:cubicBezTo>
                  <a:pt x="186829" y="484386"/>
                  <a:pt x="196652" y="501948"/>
                  <a:pt x="213519" y="506809"/>
                </a:cubicBezTo>
                <a:cubicBezTo>
                  <a:pt x="230386" y="511671"/>
                  <a:pt x="247948" y="501848"/>
                  <a:pt x="252809" y="484981"/>
                </a:cubicBezTo>
                <a:lnTo>
                  <a:pt x="379809" y="40481"/>
                </a:lnTo>
                <a:cubicBezTo>
                  <a:pt x="384671" y="23614"/>
                  <a:pt x="374848" y="6052"/>
                  <a:pt x="357981" y="1191"/>
                </a:cubicBezTo>
                <a:close/>
                <a:moveTo>
                  <a:pt x="422077" y="136227"/>
                </a:moveTo>
                <a:cubicBezTo>
                  <a:pt x="409674" y="148630"/>
                  <a:pt x="409674" y="168771"/>
                  <a:pt x="422077" y="181173"/>
                </a:cubicBezTo>
                <a:lnTo>
                  <a:pt x="494903" y="254000"/>
                </a:lnTo>
                <a:lnTo>
                  <a:pt x="422077" y="326827"/>
                </a:lnTo>
                <a:cubicBezTo>
                  <a:pt x="409674" y="339229"/>
                  <a:pt x="409674" y="359370"/>
                  <a:pt x="422077" y="371773"/>
                </a:cubicBezTo>
                <a:cubicBezTo>
                  <a:pt x="434479" y="384175"/>
                  <a:pt x="454620" y="384175"/>
                  <a:pt x="467023" y="371773"/>
                </a:cubicBezTo>
                <a:lnTo>
                  <a:pt x="562273" y="276523"/>
                </a:lnTo>
                <a:cubicBezTo>
                  <a:pt x="574675" y="264120"/>
                  <a:pt x="574675" y="243979"/>
                  <a:pt x="562273" y="231577"/>
                </a:cubicBezTo>
                <a:lnTo>
                  <a:pt x="467023" y="136327"/>
                </a:lnTo>
                <a:cubicBezTo>
                  <a:pt x="454620" y="123924"/>
                  <a:pt x="434479" y="123924"/>
                  <a:pt x="422077" y="136327"/>
                </a:cubicBezTo>
                <a:close/>
                <a:moveTo>
                  <a:pt x="149523" y="136227"/>
                </a:moveTo>
                <a:cubicBezTo>
                  <a:pt x="137120" y="123825"/>
                  <a:pt x="116979" y="123825"/>
                  <a:pt x="104577" y="136227"/>
                </a:cubicBezTo>
                <a:lnTo>
                  <a:pt x="9327" y="231477"/>
                </a:lnTo>
                <a:cubicBezTo>
                  <a:pt x="-3076" y="243880"/>
                  <a:pt x="-3076" y="264021"/>
                  <a:pt x="9327" y="276423"/>
                </a:cubicBezTo>
                <a:lnTo>
                  <a:pt x="104577" y="371673"/>
                </a:lnTo>
                <a:cubicBezTo>
                  <a:pt x="116979" y="384076"/>
                  <a:pt x="137120" y="384076"/>
                  <a:pt x="149523" y="371673"/>
                </a:cubicBezTo>
                <a:cubicBezTo>
                  <a:pt x="161925" y="359271"/>
                  <a:pt x="161925" y="339130"/>
                  <a:pt x="149523" y="326727"/>
                </a:cubicBezTo>
                <a:lnTo>
                  <a:pt x="76696" y="254000"/>
                </a:lnTo>
                <a:lnTo>
                  <a:pt x="149423" y="181173"/>
                </a:lnTo>
                <a:cubicBezTo>
                  <a:pt x="161826" y="168771"/>
                  <a:pt x="161826" y="148630"/>
                  <a:pt x="149423" y="136227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23" name="Text 21"/>
          <p:cNvSpPr/>
          <p:nvPr/>
        </p:nvSpPr>
        <p:spPr>
          <a:xfrm>
            <a:off x="6807200" y="55245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Code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0" y="6223000"/>
            <a:ext cx="4038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Редактирование кода, документов и работа с репозиторием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820400" y="5207000"/>
            <a:ext cx="4648200" cy="3238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25200" y="552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89047" y="0"/>
                  <a:pt x="317500" y="28453"/>
                  <a:pt x="317500" y="63500"/>
                </a:cubicBezTo>
                <a:cubicBezTo>
                  <a:pt x="317500" y="98547"/>
                  <a:pt x="289047" y="127000"/>
                  <a:pt x="254000" y="127000"/>
                </a:cubicBezTo>
                <a:cubicBezTo>
                  <a:pt x="218953" y="127000"/>
                  <a:pt x="190500" y="98547"/>
                  <a:pt x="190500" y="63500"/>
                </a:cubicBezTo>
                <a:cubicBezTo>
                  <a:pt x="190500" y="28453"/>
                  <a:pt x="218953" y="0"/>
                  <a:pt x="254000" y="0"/>
                </a:cubicBezTo>
                <a:close/>
                <a:moveTo>
                  <a:pt x="349250" y="309562"/>
                </a:moveTo>
                <a:cubicBezTo>
                  <a:pt x="349250" y="334367"/>
                  <a:pt x="336649" y="356195"/>
                  <a:pt x="317500" y="368995"/>
                </a:cubicBezTo>
                <a:lnTo>
                  <a:pt x="317500" y="460375"/>
                </a:lnTo>
                <a:cubicBezTo>
                  <a:pt x="317500" y="486668"/>
                  <a:pt x="296168" y="508000"/>
                  <a:pt x="269875" y="508000"/>
                </a:cubicBezTo>
                <a:lnTo>
                  <a:pt x="238125" y="508000"/>
                </a:lnTo>
                <a:cubicBezTo>
                  <a:pt x="211832" y="508000"/>
                  <a:pt x="190500" y="486668"/>
                  <a:pt x="190500" y="460375"/>
                </a:cubicBezTo>
                <a:lnTo>
                  <a:pt x="190500" y="368995"/>
                </a:lnTo>
                <a:cubicBezTo>
                  <a:pt x="171351" y="356195"/>
                  <a:pt x="158750" y="334367"/>
                  <a:pt x="158750" y="309562"/>
                </a:cubicBezTo>
                <a:lnTo>
                  <a:pt x="158750" y="269875"/>
                </a:lnTo>
                <a:cubicBezTo>
                  <a:pt x="158750" y="217289"/>
                  <a:pt x="201414" y="174625"/>
                  <a:pt x="254000" y="174625"/>
                </a:cubicBezTo>
                <a:cubicBezTo>
                  <a:pt x="306586" y="174625"/>
                  <a:pt x="349250" y="217289"/>
                  <a:pt x="349250" y="269875"/>
                </a:cubicBezTo>
                <a:lnTo>
                  <a:pt x="349250" y="309562"/>
                </a:lnTo>
                <a:close/>
                <a:moveTo>
                  <a:pt x="95250" y="31750"/>
                </a:moveTo>
                <a:cubicBezTo>
                  <a:pt x="125916" y="31750"/>
                  <a:pt x="150813" y="56647"/>
                  <a:pt x="150813" y="87313"/>
                </a:cubicBezTo>
                <a:cubicBezTo>
                  <a:pt x="150813" y="117978"/>
                  <a:pt x="125916" y="142875"/>
                  <a:pt x="95250" y="142875"/>
                </a:cubicBezTo>
                <a:cubicBezTo>
                  <a:pt x="64584" y="142875"/>
                  <a:pt x="39688" y="117978"/>
                  <a:pt x="39688" y="87313"/>
                </a:cubicBezTo>
                <a:cubicBezTo>
                  <a:pt x="39688" y="56647"/>
                  <a:pt x="64584" y="31750"/>
                  <a:pt x="95250" y="31750"/>
                </a:cubicBezTo>
                <a:close/>
                <a:moveTo>
                  <a:pt x="111125" y="269875"/>
                </a:moveTo>
                <a:lnTo>
                  <a:pt x="111125" y="301625"/>
                </a:lnTo>
                <a:cubicBezTo>
                  <a:pt x="111125" y="333871"/>
                  <a:pt x="123130" y="363240"/>
                  <a:pt x="142875" y="385663"/>
                </a:cubicBezTo>
                <a:lnTo>
                  <a:pt x="142875" y="460375"/>
                </a:lnTo>
                <a:cubicBezTo>
                  <a:pt x="142875" y="461566"/>
                  <a:pt x="142875" y="462855"/>
                  <a:pt x="142974" y="464046"/>
                </a:cubicBezTo>
                <a:cubicBezTo>
                  <a:pt x="134541" y="471587"/>
                  <a:pt x="123428" y="476250"/>
                  <a:pt x="111125" y="476250"/>
                </a:cubicBezTo>
                <a:lnTo>
                  <a:pt x="79375" y="476250"/>
                </a:lnTo>
                <a:cubicBezTo>
                  <a:pt x="53082" y="476250"/>
                  <a:pt x="31750" y="454918"/>
                  <a:pt x="31750" y="428625"/>
                </a:cubicBezTo>
                <a:lnTo>
                  <a:pt x="31750" y="372467"/>
                </a:lnTo>
                <a:cubicBezTo>
                  <a:pt x="12799" y="361553"/>
                  <a:pt x="0" y="341015"/>
                  <a:pt x="0" y="317500"/>
                </a:cubicBezTo>
                <a:lnTo>
                  <a:pt x="0" y="285750"/>
                </a:lnTo>
                <a:cubicBezTo>
                  <a:pt x="0" y="233164"/>
                  <a:pt x="42664" y="190500"/>
                  <a:pt x="95250" y="190500"/>
                </a:cubicBezTo>
                <a:cubicBezTo>
                  <a:pt x="107851" y="190500"/>
                  <a:pt x="119856" y="192980"/>
                  <a:pt x="130870" y="197346"/>
                </a:cubicBezTo>
                <a:cubicBezTo>
                  <a:pt x="118368" y="218579"/>
                  <a:pt x="111125" y="243384"/>
                  <a:pt x="111125" y="269875"/>
                </a:cubicBezTo>
                <a:close/>
                <a:moveTo>
                  <a:pt x="365125" y="460375"/>
                </a:moveTo>
                <a:lnTo>
                  <a:pt x="365125" y="385663"/>
                </a:lnTo>
                <a:cubicBezTo>
                  <a:pt x="384870" y="363339"/>
                  <a:pt x="396875" y="333871"/>
                  <a:pt x="396875" y="301625"/>
                </a:cubicBezTo>
                <a:lnTo>
                  <a:pt x="396875" y="269875"/>
                </a:lnTo>
                <a:cubicBezTo>
                  <a:pt x="396875" y="243384"/>
                  <a:pt x="389632" y="218678"/>
                  <a:pt x="377130" y="197346"/>
                </a:cubicBezTo>
                <a:cubicBezTo>
                  <a:pt x="388144" y="192881"/>
                  <a:pt x="400149" y="190500"/>
                  <a:pt x="412750" y="190500"/>
                </a:cubicBezTo>
                <a:cubicBezTo>
                  <a:pt x="465336" y="190500"/>
                  <a:pt x="508000" y="233164"/>
                  <a:pt x="508000" y="285750"/>
                </a:cubicBezTo>
                <a:lnTo>
                  <a:pt x="508000" y="317500"/>
                </a:lnTo>
                <a:cubicBezTo>
                  <a:pt x="508000" y="341015"/>
                  <a:pt x="495201" y="361553"/>
                  <a:pt x="476250" y="372467"/>
                </a:cubicBezTo>
                <a:lnTo>
                  <a:pt x="476250" y="428625"/>
                </a:lnTo>
                <a:cubicBezTo>
                  <a:pt x="476250" y="454918"/>
                  <a:pt x="454918" y="476250"/>
                  <a:pt x="428625" y="476250"/>
                </a:cubicBezTo>
                <a:lnTo>
                  <a:pt x="396875" y="476250"/>
                </a:lnTo>
                <a:cubicBezTo>
                  <a:pt x="384671" y="476250"/>
                  <a:pt x="373459" y="471686"/>
                  <a:pt x="365026" y="464046"/>
                </a:cubicBezTo>
                <a:cubicBezTo>
                  <a:pt x="365026" y="462855"/>
                  <a:pt x="365125" y="461566"/>
                  <a:pt x="365125" y="460375"/>
                </a:cubicBezTo>
                <a:close/>
                <a:moveTo>
                  <a:pt x="412750" y="31750"/>
                </a:moveTo>
                <a:cubicBezTo>
                  <a:pt x="443416" y="31750"/>
                  <a:pt x="468313" y="56647"/>
                  <a:pt x="468313" y="87313"/>
                </a:cubicBezTo>
                <a:cubicBezTo>
                  <a:pt x="468313" y="117978"/>
                  <a:pt x="443416" y="142875"/>
                  <a:pt x="412750" y="142875"/>
                </a:cubicBezTo>
                <a:cubicBezTo>
                  <a:pt x="382084" y="142875"/>
                  <a:pt x="357188" y="117978"/>
                  <a:pt x="357188" y="87313"/>
                </a:cubicBezTo>
                <a:cubicBezTo>
                  <a:pt x="357188" y="56647"/>
                  <a:pt x="382084" y="31750"/>
                  <a:pt x="412750" y="31750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27" name="Text 25"/>
          <p:cNvSpPr/>
          <p:nvPr/>
        </p:nvSpPr>
        <p:spPr>
          <a:xfrm>
            <a:off x="11836400" y="5524500"/>
            <a:ext cx="330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Командная работа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25200" y="6223000"/>
            <a:ext cx="4038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Распределение ролей, совместное редактирование и ревью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533400"/>
            <a:ext cx="63500" cy="508000"/>
          </a:xfrm>
          <a:prstGeom prst="roundRect">
            <a:avLst>
              <a:gd name="adj" fmla="val 50000"/>
            </a:avLst>
          </a:prstGeom>
          <a:solidFill>
            <a:srgbClr val="D4853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826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GitHub-репозиторий проекта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152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7050" y="473154"/>
                </a:moveTo>
                <a:cubicBezTo>
                  <a:pt x="207050" y="475536"/>
                  <a:pt x="204311" y="477441"/>
                  <a:pt x="200858" y="477441"/>
                </a:cubicBezTo>
                <a:cubicBezTo>
                  <a:pt x="196929" y="477798"/>
                  <a:pt x="194191" y="475893"/>
                  <a:pt x="194191" y="473154"/>
                </a:cubicBezTo>
                <a:cubicBezTo>
                  <a:pt x="194191" y="470773"/>
                  <a:pt x="196929" y="468868"/>
                  <a:pt x="200382" y="468868"/>
                </a:cubicBezTo>
                <a:cubicBezTo>
                  <a:pt x="203954" y="468511"/>
                  <a:pt x="207050" y="470416"/>
                  <a:pt x="207050" y="473154"/>
                </a:cubicBezTo>
                <a:close/>
                <a:moveTo>
                  <a:pt x="170021" y="467797"/>
                </a:moveTo>
                <a:cubicBezTo>
                  <a:pt x="169188" y="470178"/>
                  <a:pt x="171569" y="472916"/>
                  <a:pt x="175141" y="473631"/>
                </a:cubicBezTo>
                <a:cubicBezTo>
                  <a:pt x="178237" y="474821"/>
                  <a:pt x="181808" y="473631"/>
                  <a:pt x="182523" y="471249"/>
                </a:cubicBezTo>
                <a:cubicBezTo>
                  <a:pt x="183237" y="468868"/>
                  <a:pt x="180975" y="466130"/>
                  <a:pt x="177403" y="465058"/>
                </a:cubicBezTo>
                <a:cubicBezTo>
                  <a:pt x="174308" y="464225"/>
                  <a:pt x="170855" y="465415"/>
                  <a:pt x="170021" y="467797"/>
                </a:cubicBezTo>
                <a:close/>
                <a:moveTo>
                  <a:pt x="222647" y="465773"/>
                </a:moveTo>
                <a:cubicBezTo>
                  <a:pt x="219194" y="466606"/>
                  <a:pt x="216813" y="468868"/>
                  <a:pt x="217170" y="471607"/>
                </a:cubicBezTo>
                <a:cubicBezTo>
                  <a:pt x="217527" y="473988"/>
                  <a:pt x="220623" y="475536"/>
                  <a:pt x="224195" y="474702"/>
                </a:cubicBezTo>
                <a:cubicBezTo>
                  <a:pt x="227648" y="473869"/>
                  <a:pt x="230029" y="471607"/>
                  <a:pt x="229672" y="469225"/>
                </a:cubicBezTo>
                <a:cubicBezTo>
                  <a:pt x="229314" y="466963"/>
                  <a:pt x="226100" y="465415"/>
                  <a:pt x="222647" y="465773"/>
                </a:cubicBezTo>
                <a:close/>
                <a:moveTo>
                  <a:pt x="300990" y="9525"/>
                </a:moveTo>
                <a:cubicBezTo>
                  <a:pt x="135850" y="9525"/>
                  <a:pt x="9525" y="134898"/>
                  <a:pt x="9525" y="300038"/>
                </a:cubicBezTo>
                <a:cubicBezTo>
                  <a:pt x="9525" y="432078"/>
                  <a:pt x="92631" y="545068"/>
                  <a:pt x="211336" y="584835"/>
                </a:cubicBezTo>
                <a:cubicBezTo>
                  <a:pt x="226576" y="587573"/>
                  <a:pt x="231934" y="578167"/>
                  <a:pt x="231934" y="570428"/>
                </a:cubicBezTo>
                <a:cubicBezTo>
                  <a:pt x="231934" y="563047"/>
                  <a:pt x="231577" y="522327"/>
                  <a:pt x="231577" y="497324"/>
                </a:cubicBezTo>
                <a:cubicBezTo>
                  <a:pt x="231577" y="497324"/>
                  <a:pt x="148233" y="515183"/>
                  <a:pt x="130731" y="461843"/>
                </a:cubicBezTo>
                <a:cubicBezTo>
                  <a:pt x="130731" y="461843"/>
                  <a:pt x="117157" y="427196"/>
                  <a:pt x="97631" y="418267"/>
                </a:cubicBezTo>
                <a:cubicBezTo>
                  <a:pt x="97631" y="418267"/>
                  <a:pt x="70366" y="399574"/>
                  <a:pt x="99536" y="399931"/>
                </a:cubicBezTo>
                <a:cubicBezTo>
                  <a:pt x="99536" y="399931"/>
                  <a:pt x="129183" y="402312"/>
                  <a:pt x="145494" y="430649"/>
                </a:cubicBezTo>
                <a:cubicBezTo>
                  <a:pt x="171569" y="476607"/>
                  <a:pt x="215265" y="463391"/>
                  <a:pt x="232291" y="455533"/>
                </a:cubicBezTo>
                <a:cubicBezTo>
                  <a:pt x="235029" y="436483"/>
                  <a:pt x="242768" y="423267"/>
                  <a:pt x="251341" y="415409"/>
                </a:cubicBezTo>
                <a:cubicBezTo>
                  <a:pt x="184785" y="408027"/>
                  <a:pt x="117634" y="398383"/>
                  <a:pt x="117634" y="283845"/>
                </a:cubicBezTo>
                <a:cubicBezTo>
                  <a:pt x="117634" y="251103"/>
                  <a:pt x="126682" y="234672"/>
                  <a:pt x="145733" y="213717"/>
                </a:cubicBezTo>
                <a:cubicBezTo>
                  <a:pt x="142637" y="205978"/>
                  <a:pt x="132517" y="174069"/>
                  <a:pt x="148828" y="132874"/>
                </a:cubicBezTo>
                <a:cubicBezTo>
                  <a:pt x="173712" y="125135"/>
                  <a:pt x="230981" y="165021"/>
                  <a:pt x="230981" y="165021"/>
                </a:cubicBezTo>
                <a:cubicBezTo>
                  <a:pt x="254794" y="158353"/>
                  <a:pt x="280392" y="154900"/>
                  <a:pt x="305753" y="154900"/>
                </a:cubicBezTo>
                <a:cubicBezTo>
                  <a:pt x="331113" y="154900"/>
                  <a:pt x="356711" y="158353"/>
                  <a:pt x="380524" y="165021"/>
                </a:cubicBezTo>
                <a:cubicBezTo>
                  <a:pt x="380524" y="165021"/>
                  <a:pt x="437793" y="125016"/>
                  <a:pt x="462677" y="132874"/>
                </a:cubicBezTo>
                <a:cubicBezTo>
                  <a:pt x="478988" y="174188"/>
                  <a:pt x="468868" y="205978"/>
                  <a:pt x="465773" y="213717"/>
                </a:cubicBezTo>
                <a:cubicBezTo>
                  <a:pt x="484823" y="234791"/>
                  <a:pt x="496491" y="251222"/>
                  <a:pt x="496491" y="283845"/>
                </a:cubicBezTo>
                <a:cubicBezTo>
                  <a:pt x="496491" y="398740"/>
                  <a:pt x="426363" y="407908"/>
                  <a:pt x="359807" y="415409"/>
                </a:cubicBezTo>
                <a:cubicBezTo>
                  <a:pt x="370761" y="424815"/>
                  <a:pt x="380048" y="442674"/>
                  <a:pt x="380048" y="470654"/>
                </a:cubicBezTo>
                <a:cubicBezTo>
                  <a:pt x="380048" y="510778"/>
                  <a:pt x="379690" y="560427"/>
                  <a:pt x="379690" y="570190"/>
                </a:cubicBezTo>
                <a:cubicBezTo>
                  <a:pt x="379690" y="577929"/>
                  <a:pt x="385167" y="587335"/>
                  <a:pt x="400288" y="584597"/>
                </a:cubicBezTo>
                <a:cubicBezTo>
                  <a:pt x="519351" y="545068"/>
                  <a:pt x="600075" y="432078"/>
                  <a:pt x="600075" y="300038"/>
                </a:cubicBezTo>
                <a:cubicBezTo>
                  <a:pt x="600075" y="134898"/>
                  <a:pt x="466130" y="9525"/>
                  <a:pt x="300990" y="9525"/>
                </a:cubicBezTo>
                <a:close/>
                <a:moveTo>
                  <a:pt x="125254" y="420172"/>
                </a:moveTo>
                <a:cubicBezTo>
                  <a:pt x="123706" y="421362"/>
                  <a:pt x="124063" y="424101"/>
                  <a:pt x="126087" y="426363"/>
                </a:cubicBezTo>
                <a:cubicBezTo>
                  <a:pt x="127992" y="428268"/>
                  <a:pt x="130731" y="429101"/>
                  <a:pt x="132278" y="427553"/>
                </a:cubicBezTo>
                <a:cubicBezTo>
                  <a:pt x="133826" y="426363"/>
                  <a:pt x="133469" y="423624"/>
                  <a:pt x="131445" y="421362"/>
                </a:cubicBezTo>
                <a:cubicBezTo>
                  <a:pt x="129540" y="419457"/>
                  <a:pt x="126802" y="418624"/>
                  <a:pt x="125254" y="420172"/>
                </a:cubicBezTo>
                <a:close/>
                <a:moveTo>
                  <a:pt x="112395" y="410527"/>
                </a:moveTo>
                <a:cubicBezTo>
                  <a:pt x="111562" y="412075"/>
                  <a:pt x="112752" y="413980"/>
                  <a:pt x="115133" y="415171"/>
                </a:cubicBezTo>
                <a:cubicBezTo>
                  <a:pt x="117038" y="416362"/>
                  <a:pt x="119420" y="416004"/>
                  <a:pt x="120253" y="414337"/>
                </a:cubicBezTo>
                <a:cubicBezTo>
                  <a:pt x="121087" y="412790"/>
                  <a:pt x="119896" y="410885"/>
                  <a:pt x="117515" y="409694"/>
                </a:cubicBezTo>
                <a:cubicBezTo>
                  <a:pt x="115133" y="408980"/>
                  <a:pt x="113228" y="409337"/>
                  <a:pt x="112395" y="410527"/>
                </a:cubicBezTo>
                <a:close/>
                <a:moveTo>
                  <a:pt x="150971" y="452914"/>
                </a:moveTo>
                <a:cubicBezTo>
                  <a:pt x="149066" y="454462"/>
                  <a:pt x="149781" y="458033"/>
                  <a:pt x="152519" y="460296"/>
                </a:cubicBezTo>
                <a:cubicBezTo>
                  <a:pt x="155258" y="463034"/>
                  <a:pt x="158710" y="463391"/>
                  <a:pt x="160258" y="461486"/>
                </a:cubicBezTo>
                <a:cubicBezTo>
                  <a:pt x="161806" y="459938"/>
                  <a:pt x="161092" y="456367"/>
                  <a:pt x="158710" y="454104"/>
                </a:cubicBezTo>
                <a:cubicBezTo>
                  <a:pt x="156091" y="451366"/>
                  <a:pt x="152519" y="451009"/>
                  <a:pt x="150971" y="452914"/>
                </a:cubicBezTo>
                <a:close/>
                <a:moveTo>
                  <a:pt x="137398" y="435412"/>
                </a:moveTo>
                <a:cubicBezTo>
                  <a:pt x="135493" y="436602"/>
                  <a:pt x="135493" y="439698"/>
                  <a:pt x="137398" y="442436"/>
                </a:cubicBezTo>
                <a:cubicBezTo>
                  <a:pt x="139303" y="445175"/>
                  <a:pt x="142518" y="446365"/>
                  <a:pt x="144066" y="445175"/>
                </a:cubicBezTo>
                <a:cubicBezTo>
                  <a:pt x="145971" y="443627"/>
                  <a:pt x="145971" y="440531"/>
                  <a:pt x="144066" y="437793"/>
                </a:cubicBezTo>
                <a:cubicBezTo>
                  <a:pt x="142399" y="435054"/>
                  <a:pt x="139303" y="433864"/>
                  <a:pt x="137398" y="435412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6" name="Text 4"/>
          <p:cNvSpPr/>
          <p:nvPr/>
        </p:nvSpPr>
        <p:spPr>
          <a:xfrm>
            <a:off x="1841500" y="1524000"/>
            <a:ext cx="635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Централизованное хранилище всех материалов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476500"/>
            <a:ext cx="2794000" cy="2794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8" name="Shape 6"/>
          <p:cNvSpPr/>
          <p:nvPr/>
        </p:nvSpPr>
        <p:spPr>
          <a:xfrm>
            <a:off x="987425" y="2794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0006" y="201454"/>
                </a:moveTo>
                <a:lnTo>
                  <a:pt x="28932" y="264497"/>
                </a:lnTo>
                <a:lnTo>
                  <a:pt x="28932" y="85725"/>
                </a:lnTo>
                <a:cubicBezTo>
                  <a:pt x="28932" y="54203"/>
                  <a:pt x="54560" y="28575"/>
                  <a:pt x="86082" y="28575"/>
                </a:cubicBezTo>
                <a:lnTo>
                  <a:pt x="209937" y="28575"/>
                </a:lnTo>
                <a:cubicBezTo>
                  <a:pt x="222260" y="28575"/>
                  <a:pt x="234315" y="32593"/>
                  <a:pt x="244227" y="40005"/>
                </a:cubicBezTo>
                <a:lnTo>
                  <a:pt x="278517" y="65723"/>
                </a:lnTo>
                <a:cubicBezTo>
                  <a:pt x="283428" y="69473"/>
                  <a:pt x="289500" y="71438"/>
                  <a:pt x="295662" y="71438"/>
                </a:cubicBezTo>
                <a:lnTo>
                  <a:pt x="400407" y="71438"/>
                </a:lnTo>
                <a:cubicBezTo>
                  <a:pt x="431929" y="71438"/>
                  <a:pt x="457557" y="97066"/>
                  <a:pt x="457557" y="128588"/>
                </a:cubicBezTo>
                <a:lnTo>
                  <a:pt x="457557" y="142875"/>
                </a:lnTo>
                <a:lnTo>
                  <a:pt x="131266" y="142875"/>
                </a:lnTo>
                <a:cubicBezTo>
                  <a:pt x="94387" y="142875"/>
                  <a:pt x="61615" y="166449"/>
                  <a:pt x="49917" y="201454"/>
                </a:cubicBezTo>
                <a:close/>
                <a:moveTo>
                  <a:pt x="426660" y="400050"/>
                </a:moveTo>
                <a:lnTo>
                  <a:pt x="88404" y="400050"/>
                </a:lnTo>
                <a:cubicBezTo>
                  <a:pt x="59115" y="400050"/>
                  <a:pt x="38487" y="371386"/>
                  <a:pt x="47774" y="343614"/>
                </a:cubicBezTo>
                <a:lnTo>
                  <a:pt x="90636" y="215027"/>
                </a:lnTo>
                <a:cubicBezTo>
                  <a:pt x="96441" y="197525"/>
                  <a:pt x="112871" y="185738"/>
                  <a:pt x="131266" y="185738"/>
                </a:cubicBezTo>
                <a:lnTo>
                  <a:pt x="469523" y="185738"/>
                </a:lnTo>
                <a:cubicBezTo>
                  <a:pt x="498812" y="185738"/>
                  <a:pt x="519440" y="214402"/>
                  <a:pt x="510153" y="242173"/>
                </a:cubicBezTo>
                <a:lnTo>
                  <a:pt x="467291" y="370761"/>
                </a:lnTo>
                <a:cubicBezTo>
                  <a:pt x="461486" y="388263"/>
                  <a:pt x="445056" y="400050"/>
                  <a:pt x="426660" y="400050"/>
                </a:cubicBezTo>
                <a:close/>
              </a:path>
            </a:pathLst>
          </a:custGeom>
          <a:solidFill>
            <a:srgbClr val="E8A953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4290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/docs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9116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Документация проекта и отчёты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73500" y="2476500"/>
            <a:ext cx="2794000" cy="2794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2" name="Shape 10"/>
          <p:cNvSpPr/>
          <p:nvPr/>
        </p:nvSpPr>
        <p:spPr>
          <a:xfrm>
            <a:off x="4156075" y="2794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457200"/>
                </a:moveTo>
                <a:lnTo>
                  <a:pt x="85725" y="457200"/>
                </a:lnTo>
                <a:cubicBezTo>
                  <a:pt x="38398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38398" y="0"/>
                  <a:pt x="85725" y="0"/>
                </a:cubicBezTo>
                <a:lnTo>
                  <a:pt x="357188" y="0"/>
                </a:lnTo>
                <a:cubicBezTo>
                  <a:pt x="380851" y="0"/>
                  <a:pt x="400050" y="19199"/>
                  <a:pt x="400050" y="42863"/>
                </a:cubicBezTo>
                <a:lnTo>
                  <a:pt x="400050" y="300038"/>
                </a:lnTo>
                <a:cubicBezTo>
                  <a:pt x="400050" y="318701"/>
                  <a:pt x="388084" y="334595"/>
                  <a:pt x="371475" y="340489"/>
                </a:cubicBezTo>
                <a:lnTo>
                  <a:pt x="371475" y="400050"/>
                </a:lnTo>
                <a:cubicBezTo>
                  <a:pt x="387281" y="400050"/>
                  <a:pt x="400050" y="412819"/>
                  <a:pt x="400050" y="428625"/>
                </a:cubicBezTo>
                <a:cubicBezTo>
                  <a:pt x="400050" y="444431"/>
                  <a:pt x="387281" y="457200"/>
                  <a:pt x="371475" y="457200"/>
                </a:cubicBezTo>
                <a:lnTo>
                  <a:pt x="342900" y="457200"/>
                </a:lnTo>
                <a:close/>
                <a:moveTo>
                  <a:pt x="85725" y="342900"/>
                </a:moveTo>
                <a:cubicBezTo>
                  <a:pt x="69919" y="342900"/>
                  <a:pt x="57150" y="355669"/>
                  <a:pt x="57150" y="371475"/>
                </a:cubicBezTo>
                <a:cubicBezTo>
                  <a:pt x="57150" y="387281"/>
                  <a:pt x="69919" y="400050"/>
                  <a:pt x="85725" y="400050"/>
                </a:cubicBezTo>
                <a:lnTo>
                  <a:pt x="314325" y="400050"/>
                </a:lnTo>
                <a:lnTo>
                  <a:pt x="314325" y="342900"/>
                </a:lnTo>
                <a:lnTo>
                  <a:pt x="85725" y="342900"/>
                </a:lnTo>
                <a:close/>
                <a:moveTo>
                  <a:pt x="114300" y="135731"/>
                </a:moveTo>
                <a:cubicBezTo>
                  <a:pt x="114300" y="147608"/>
                  <a:pt x="123855" y="157163"/>
                  <a:pt x="135731" y="157163"/>
                </a:cubicBezTo>
                <a:lnTo>
                  <a:pt x="292894" y="157163"/>
                </a:lnTo>
                <a:cubicBezTo>
                  <a:pt x="304770" y="157163"/>
                  <a:pt x="314325" y="147608"/>
                  <a:pt x="314325" y="135731"/>
                </a:cubicBezTo>
                <a:cubicBezTo>
                  <a:pt x="314325" y="123855"/>
                  <a:pt x="304770" y="114300"/>
                  <a:pt x="292894" y="114300"/>
                </a:cubicBezTo>
                <a:lnTo>
                  <a:pt x="135731" y="114300"/>
                </a:lnTo>
                <a:cubicBezTo>
                  <a:pt x="123855" y="114300"/>
                  <a:pt x="114300" y="123855"/>
                  <a:pt x="114300" y="135731"/>
                </a:cubicBezTo>
                <a:close/>
                <a:moveTo>
                  <a:pt x="135731" y="200025"/>
                </a:moveTo>
                <a:cubicBezTo>
                  <a:pt x="123855" y="200025"/>
                  <a:pt x="114300" y="209580"/>
                  <a:pt x="114300" y="221456"/>
                </a:cubicBezTo>
                <a:cubicBezTo>
                  <a:pt x="114300" y="233333"/>
                  <a:pt x="123855" y="242888"/>
                  <a:pt x="135731" y="242888"/>
                </a:cubicBezTo>
                <a:lnTo>
                  <a:pt x="292894" y="242888"/>
                </a:lnTo>
                <a:cubicBezTo>
                  <a:pt x="304770" y="242888"/>
                  <a:pt x="314325" y="233333"/>
                  <a:pt x="314325" y="221456"/>
                </a:cubicBezTo>
                <a:cubicBezTo>
                  <a:pt x="314325" y="209580"/>
                  <a:pt x="304770" y="200025"/>
                  <a:pt x="292894" y="200025"/>
                </a:cubicBezTo>
                <a:lnTo>
                  <a:pt x="135731" y="200025"/>
                </a:lnTo>
                <a:close/>
              </a:path>
            </a:pathLst>
          </a:custGeom>
          <a:solidFill>
            <a:srgbClr val="E8A953"/>
          </a:solidFill>
          <a:ln/>
        </p:spPr>
      </p:sp>
      <p:sp>
        <p:nvSpPr>
          <p:cNvPr id="13" name="Text 11"/>
          <p:cNvSpPr/>
          <p:nvPr/>
        </p:nvSpPr>
        <p:spPr>
          <a:xfrm>
            <a:off x="4127500" y="34290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/knowledge-base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27500" y="39116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База знаний и FAQ — 30+ вопросов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85000" y="2476500"/>
            <a:ext cx="2794000" cy="2794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6" name="Shape 14"/>
          <p:cNvSpPr/>
          <p:nvPr/>
        </p:nvSpPr>
        <p:spPr>
          <a:xfrm>
            <a:off x="7239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E8A953"/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0" y="34290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/security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39000" y="39116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Материалы по информационной безопасности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96500" y="2476500"/>
            <a:ext cx="2794000" cy="2794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505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44381" y="28575"/>
                  <a:pt x="57150" y="41344"/>
                  <a:pt x="57150" y="57150"/>
                </a:cubicBezTo>
                <a:lnTo>
                  <a:pt x="57150" y="357188"/>
                </a:lnTo>
                <a:cubicBezTo>
                  <a:pt x="57150" y="365046"/>
                  <a:pt x="63579" y="371475"/>
                  <a:pt x="71438" y="371475"/>
                </a:cubicBezTo>
                <a:lnTo>
                  <a:pt x="428625" y="371475"/>
                </a:lnTo>
                <a:cubicBezTo>
                  <a:pt x="444431" y="371475"/>
                  <a:pt x="457200" y="384244"/>
                  <a:pt x="457200" y="400050"/>
                </a:cubicBezTo>
                <a:cubicBezTo>
                  <a:pt x="457200" y="415856"/>
                  <a:pt x="444431" y="428625"/>
                  <a:pt x="428625" y="428625"/>
                </a:cubicBezTo>
                <a:lnTo>
                  <a:pt x="71438" y="428625"/>
                </a:lnTo>
                <a:cubicBezTo>
                  <a:pt x="31968" y="428625"/>
                  <a:pt x="0" y="396657"/>
                  <a:pt x="0" y="357188"/>
                </a:cubicBezTo>
                <a:lnTo>
                  <a:pt x="0" y="57150"/>
                </a:lnTo>
                <a:cubicBezTo>
                  <a:pt x="0" y="41344"/>
                  <a:pt x="12769" y="28575"/>
                  <a:pt x="28575" y="28575"/>
                </a:cubicBezTo>
                <a:close/>
                <a:moveTo>
                  <a:pt x="114300" y="85725"/>
                </a:moveTo>
                <a:cubicBezTo>
                  <a:pt x="114300" y="69919"/>
                  <a:pt x="127069" y="57150"/>
                  <a:pt x="142875" y="57150"/>
                </a:cubicBezTo>
                <a:lnTo>
                  <a:pt x="314325" y="57150"/>
                </a:lnTo>
                <a:cubicBezTo>
                  <a:pt x="330131" y="57150"/>
                  <a:pt x="342900" y="69919"/>
                  <a:pt x="342900" y="85725"/>
                </a:cubicBezTo>
                <a:cubicBezTo>
                  <a:pt x="342900" y="101531"/>
                  <a:pt x="330131" y="114300"/>
                  <a:pt x="314325" y="114300"/>
                </a:cubicBezTo>
                <a:lnTo>
                  <a:pt x="142875" y="114300"/>
                </a:lnTo>
                <a:cubicBezTo>
                  <a:pt x="127069" y="114300"/>
                  <a:pt x="114300" y="101531"/>
                  <a:pt x="114300" y="85725"/>
                </a:cubicBezTo>
                <a:close/>
                <a:moveTo>
                  <a:pt x="142875" y="157163"/>
                </a:moveTo>
                <a:lnTo>
                  <a:pt x="257175" y="157163"/>
                </a:lnTo>
                <a:cubicBezTo>
                  <a:pt x="272981" y="157163"/>
                  <a:pt x="285750" y="169932"/>
                  <a:pt x="285750" y="185738"/>
                </a:cubicBezTo>
                <a:cubicBezTo>
                  <a:pt x="285750" y="201543"/>
                  <a:pt x="272981" y="214313"/>
                  <a:pt x="257175" y="214313"/>
                </a:cubicBezTo>
                <a:lnTo>
                  <a:pt x="142875" y="214313"/>
                </a:lnTo>
                <a:cubicBezTo>
                  <a:pt x="127069" y="214313"/>
                  <a:pt x="114300" y="201543"/>
                  <a:pt x="114300" y="185738"/>
                </a:cubicBezTo>
                <a:cubicBezTo>
                  <a:pt x="114300" y="169932"/>
                  <a:pt x="127069" y="157163"/>
                  <a:pt x="142875" y="157163"/>
                </a:cubicBezTo>
                <a:close/>
                <a:moveTo>
                  <a:pt x="142875" y="257175"/>
                </a:moveTo>
                <a:lnTo>
                  <a:pt x="371475" y="257175"/>
                </a:lnTo>
                <a:cubicBezTo>
                  <a:pt x="387281" y="257175"/>
                  <a:pt x="400050" y="269944"/>
                  <a:pt x="400050" y="285750"/>
                </a:cubicBezTo>
                <a:cubicBezTo>
                  <a:pt x="400050" y="301556"/>
                  <a:pt x="387281" y="314325"/>
                  <a:pt x="371475" y="314325"/>
                </a:cubicBezTo>
                <a:lnTo>
                  <a:pt x="142875" y="314325"/>
                </a:lnTo>
                <a:cubicBezTo>
                  <a:pt x="127069" y="314325"/>
                  <a:pt x="114300" y="301556"/>
                  <a:pt x="114300" y="285750"/>
                </a:cubicBezTo>
                <a:cubicBezTo>
                  <a:pt x="114300" y="269944"/>
                  <a:pt x="127069" y="257175"/>
                  <a:pt x="142875" y="257175"/>
                </a:cubicBezTo>
                <a:close/>
              </a:path>
            </a:pathLst>
          </a:custGeom>
          <a:solidFill>
            <a:srgbClr val="E8A953"/>
          </a:solidFill>
          <a:ln/>
        </p:spPr>
      </p:sp>
      <p:sp>
        <p:nvSpPr>
          <p:cNvPr id="21" name="Text 19"/>
          <p:cNvSpPr/>
          <p:nvPr/>
        </p:nvSpPr>
        <p:spPr>
          <a:xfrm>
            <a:off x="10350500" y="34290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/reports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50500" y="3911600"/>
            <a:ext cx="228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Отчёты и аналитика проекта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208000" y="2476500"/>
            <a:ext cx="2286000" cy="2794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24" name="Shape 22"/>
          <p:cNvSpPr/>
          <p:nvPr/>
        </p:nvSpPr>
        <p:spPr>
          <a:xfrm>
            <a:off x="13462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85725"/>
                </a:moveTo>
                <a:lnTo>
                  <a:pt x="400050" y="314325"/>
                </a:lnTo>
                <a:lnTo>
                  <a:pt x="57150" y="314325"/>
                </a:lnTo>
                <a:lnTo>
                  <a:pt x="57150" y="85725"/>
                </a:lnTo>
                <a:lnTo>
                  <a:pt x="400050" y="85725"/>
                </a:lnTo>
                <a:close/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</a:path>
            </a:pathLst>
          </a:custGeom>
          <a:solidFill>
            <a:srgbClr val="E8A953"/>
          </a:solidFill>
          <a:ln/>
        </p:spPr>
      </p:sp>
      <p:sp>
        <p:nvSpPr>
          <p:cNvPr id="25" name="Text 23"/>
          <p:cNvSpPr/>
          <p:nvPr/>
        </p:nvSpPr>
        <p:spPr>
          <a:xfrm>
            <a:off x="13462000" y="3429000"/>
            <a:ext cx="1968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/presentations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462000" y="3911600"/>
            <a:ext cx="17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Презентационные материалы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5715000"/>
            <a:ext cx="1473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README.md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полное описание проекта, целей, команды и структуры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Issues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отслеживание задач и проблем в проекте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Pull Requests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совместная работа и ревью изменений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Wiki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дополнительная документация и справочные материалы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533400"/>
            <a:ext cx="63500" cy="508000"/>
          </a:xfrm>
          <a:prstGeom prst="roundRect">
            <a:avLst>
              <a:gd name="adj" fmla="val 50000"/>
            </a:avLst>
          </a:prstGeom>
          <a:solidFill>
            <a:srgbClr val="D4853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826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Информационная безопасность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333500"/>
            <a:ext cx="139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Раздел /security — практические материалы по защите данных пожилых пользователей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4648200" cy="3111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7" name="Shape 5"/>
          <p:cNvSpPr/>
          <p:nvPr/>
        </p:nvSpPr>
        <p:spPr>
          <a:xfrm>
            <a:off x="1035050" y="2413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79090" y="140395"/>
                </a:moveTo>
                <a:cubicBezTo>
                  <a:pt x="217984" y="107652"/>
                  <a:pt x="270470" y="79375"/>
                  <a:pt x="333375" y="79375"/>
                </a:cubicBezTo>
                <a:cubicBezTo>
                  <a:pt x="396280" y="79375"/>
                  <a:pt x="448766" y="107652"/>
                  <a:pt x="487660" y="140395"/>
                </a:cubicBezTo>
                <a:cubicBezTo>
                  <a:pt x="526455" y="173137"/>
                  <a:pt x="554038" y="212229"/>
                  <a:pt x="568027" y="239415"/>
                </a:cubicBezTo>
                <a:cubicBezTo>
                  <a:pt x="572691" y="248543"/>
                  <a:pt x="572691" y="259358"/>
                  <a:pt x="568027" y="268486"/>
                </a:cubicBezTo>
                <a:cubicBezTo>
                  <a:pt x="554038" y="295672"/>
                  <a:pt x="526455" y="334764"/>
                  <a:pt x="487660" y="367506"/>
                </a:cubicBezTo>
                <a:cubicBezTo>
                  <a:pt x="448766" y="400348"/>
                  <a:pt x="396379" y="428526"/>
                  <a:pt x="333375" y="428526"/>
                </a:cubicBezTo>
                <a:cubicBezTo>
                  <a:pt x="270371" y="428526"/>
                  <a:pt x="217984" y="400248"/>
                  <a:pt x="179090" y="367506"/>
                </a:cubicBezTo>
                <a:cubicBezTo>
                  <a:pt x="163016" y="353913"/>
                  <a:pt x="148828" y="339229"/>
                  <a:pt x="136723" y="324743"/>
                </a:cubicBezTo>
                <a:lnTo>
                  <a:pt x="47724" y="376634"/>
                </a:lnTo>
                <a:cubicBezTo>
                  <a:pt x="35322" y="383877"/>
                  <a:pt x="19546" y="381893"/>
                  <a:pt x="9327" y="371773"/>
                </a:cubicBezTo>
                <a:cubicBezTo>
                  <a:pt x="-893" y="361652"/>
                  <a:pt x="-2977" y="345976"/>
                  <a:pt x="4068" y="333474"/>
                </a:cubicBezTo>
                <a:lnTo>
                  <a:pt x="49609" y="254000"/>
                </a:lnTo>
                <a:lnTo>
                  <a:pt x="4167" y="174526"/>
                </a:lnTo>
                <a:cubicBezTo>
                  <a:pt x="-2977" y="162024"/>
                  <a:pt x="-794" y="146348"/>
                  <a:pt x="9426" y="136227"/>
                </a:cubicBezTo>
                <a:cubicBezTo>
                  <a:pt x="19645" y="126107"/>
                  <a:pt x="35322" y="124123"/>
                  <a:pt x="47823" y="131366"/>
                </a:cubicBezTo>
                <a:lnTo>
                  <a:pt x="136823" y="183257"/>
                </a:lnTo>
                <a:cubicBezTo>
                  <a:pt x="148927" y="168771"/>
                  <a:pt x="163116" y="154087"/>
                  <a:pt x="179189" y="140494"/>
                </a:cubicBezTo>
                <a:close/>
                <a:moveTo>
                  <a:pt x="444500" y="254000"/>
                </a:moveTo>
                <a:cubicBezTo>
                  <a:pt x="444500" y="236477"/>
                  <a:pt x="430273" y="222250"/>
                  <a:pt x="412750" y="222250"/>
                </a:cubicBezTo>
                <a:cubicBezTo>
                  <a:pt x="395227" y="222250"/>
                  <a:pt x="381000" y="236477"/>
                  <a:pt x="381000" y="254000"/>
                </a:cubicBezTo>
                <a:cubicBezTo>
                  <a:pt x="381000" y="271523"/>
                  <a:pt x="395227" y="285750"/>
                  <a:pt x="412750" y="285750"/>
                </a:cubicBezTo>
                <a:cubicBezTo>
                  <a:pt x="430273" y="285750"/>
                  <a:pt x="444500" y="271523"/>
                  <a:pt x="444500" y="254000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3111500"/>
            <a:ext cx="4038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Защита от фишинга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3619500"/>
            <a:ext cx="4038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Как распознать поддельные письма, сообщения и сайты. Признаки мошенничества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0" y="2095500"/>
            <a:ext cx="4648200" cy="3111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1" name="Shape 9"/>
          <p:cNvSpPr/>
          <p:nvPr/>
        </p:nvSpPr>
        <p:spPr>
          <a:xfrm>
            <a:off x="6159500" y="2413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27000" y="95250"/>
                </a:moveTo>
                <a:lnTo>
                  <a:pt x="127000" y="158750"/>
                </a:lnTo>
                <a:lnTo>
                  <a:pt x="254000" y="158750"/>
                </a:lnTo>
                <a:lnTo>
                  <a:pt x="254000" y="95250"/>
                </a:lnTo>
                <a:cubicBezTo>
                  <a:pt x="254000" y="60226"/>
                  <a:pt x="225524" y="31750"/>
                  <a:pt x="190500" y="31750"/>
                </a:cubicBezTo>
                <a:cubicBezTo>
                  <a:pt x="155476" y="31750"/>
                  <a:pt x="127000" y="60226"/>
                  <a:pt x="127000" y="95250"/>
                </a:cubicBezTo>
                <a:close/>
                <a:moveTo>
                  <a:pt x="63500" y="158750"/>
                </a:moveTo>
                <a:lnTo>
                  <a:pt x="63500" y="95250"/>
                </a:lnTo>
                <a:cubicBezTo>
                  <a:pt x="63500" y="25102"/>
                  <a:pt x="120352" y="-31750"/>
                  <a:pt x="190500" y="-31750"/>
                </a:cubicBezTo>
                <a:cubicBezTo>
                  <a:pt x="260648" y="-31750"/>
                  <a:pt x="317500" y="25102"/>
                  <a:pt x="317500" y="95250"/>
                </a:cubicBezTo>
                <a:lnTo>
                  <a:pt x="317500" y="158750"/>
                </a:lnTo>
                <a:cubicBezTo>
                  <a:pt x="352524" y="158750"/>
                  <a:pt x="381000" y="187226"/>
                  <a:pt x="381000" y="222250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28476" y="158750"/>
                  <a:pt x="63500" y="158750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111500"/>
            <a:ext cx="4038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Безопасные пароли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3619500"/>
            <a:ext cx="4038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Создание надёжных паролей, использование менеджеров, двухфакторная аутентификация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820400" y="2095500"/>
            <a:ext cx="4648200" cy="3111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6950" y="2413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169664" y="-15875"/>
                </a:moveTo>
                <a:cubicBezTo>
                  <a:pt x="133548" y="-15875"/>
                  <a:pt x="112316" y="41970"/>
                  <a:pt x="101898" y="95250"/>
                </a:cubicBezTo>
                <a:lnTo>
                  <a:pt x="71438" y="95250"/>
                </a:lnTo>
                <a:cubicBezTo>
                  <a:pt x="58241" y="95250"/>
                  <a:pt x="47625" y="105866"/>
                  <a:pt x="47625" y="119063"/>
                </a:cubicBezTo>
                <a:cubicBezTo>
                  <a:pt x="47625" y="132259"/>
                  <a:pt x="58241" y="142875"/>
                  <a:pt x="71438" y="142875"/>
                </a:cubicBezTo>
                <a:lnTo>
                  <a:pt x="95250" y="142875"/>
                </a:lnTo>
                <a:lnTo>
                  <a:pt x="95250" y="174625"/>
                </a:lnTo>
                <a:cubicBezTo>
                  <a:pt x="95250" y="191492"/>
                  <a:pt x="98524" y="207566"/>
                  <a:pt x="104477" y="222250"/>
                </a:cubicBezTo>
                <a:lnTo>
                  <a:pt x="95250" y="222250"/>
                </a:lnTo>
                <a:lnTo>
                  <a:pt x="95250" y="222250"/>
                </a:lnTo>
                <a:lnTo>
                  <a:pt x="74910" y="222250"/>
                </a:lnTo>
                <a:cubicBezTo>
                  <a:pt x="59829" y="222250"/>
                  <a:pt x="47625" y="234454"/>
                  <a:pt x="47625" y="249535"/>
                </a:cubicBezTo>
                <a:cubicBezTo>
                  <a:pt x="47625" y="252512"/>
                  <a:pt x="48121" y="255389"/>
                  <a:pt x="49014" y="258167"/>
                </a:cubicBezTo>
                <a:lnTo>
                  <a:pt x="77688" y="344091"/>
                </a:lnTo>
                <a:cubicBezTo>
                  <a:pt x="39886" y="376634"/>
                  <a:pt x="15875" y="424755"/>
                  <a:pt x="15875" y="478532"/>
                </a:cubicBezTo>
                <a:cubicBezTo>
                  <a:pt x="15875" y="494804"/>
                  <a:pt x="29071" y="508000"/>
                  <a:pt x="45343" y="508000"/>
                </a:cubicBezTo>
                <a:lnTo>
                  <a:pt x="399157" y="508000"/>
                </a:lnTo>
                <a:cubicBezTo>
                  <a:pt x="415429" y="508000"/>
                  <a:pt x="428625" y="494804"/>
                  <a:pt x="428625" y="478532"/>
                </a:cubicBezTo>
                <a:cubicBezTo>
                  <a:pt x="428625" y="424755"/>
                  <a:pt x="404614" y="376634"/>
                  <a:pt x="366812" y="344190"/>
                </a:cubicBezTo>
                <a:lnTo>
                  <a:pt x="395486" y="258266"/>
                </a:lnTo>
                <a:cubicBezTo>
                  <a:pt x="396379" y="255488"/>
                  <a:pt x="396875" y="252611"/>
                  <a:pt x="396875" y="249634"/>
                </a:cubicBezTo>
                <a:cubicBezTo>
                  <a:pt x="396875" y="234553"/>
                  <a:pt x="384671" y="222349"/>
                  <a:pt x="369590" y="222349"/>
                </a:cubicBezTo>
                <a:lnTo>
                  <a:pt x="349250" y="222349"/>
                </a:lnTo>
                <a:lnTo>
                  <a:pt x="349250" y="222349"/>
                </a:lnTo>
                <a:lnTo>
                  <a:pt x="340023" y="222349"/>
                </a:lnTo>
                <a:cubicBezTo>
                  <a:pt x="345976" y="207665"/>
                  <a:pt x="349250" y="191591"/>
                  <a:pt x="349250" y="174724"/>
                </a:cubicBezTo>
                <a:lnTo>
                  <a:pt x="349250" y="142974"/>
                </a:lnTo>
                <a:lnTo>
                  <a:pt x="373062" y="142974"/>
                </a:lnTo>
                <a:cubicBezTo>
                  <a:pt x="386259" y="142974"/>
                  <a:pt x="396875" y="132358"/>
                  <a:pt x="396875" y="119162"/>
                </a:cubicBezTo>
                <a:cubicBezTo>
                  <a:pt x="396875" y="105966"/>
                  <a:pt x="386259" y="95349"/>
                  <a:pt x="373062" y="95349"/>
                </a:cubicBezTo>
                <a:lnTo>
                  <a:pt x="342602" y="95349"/>
                </a:lnTo>
                <a:cubicBezTo>
                  <a:pt x="332284" y="42069"/>
                  <a:pt x="310952" y="-15776"/>
                  <a:pt x="274836" y="-15776"/>
                </a:cubicBezTo>
                <a:cubicBezTo>
                  <a:pt x="265311" y="-15776"/>
                  <a:pt x="255984" y="-11906"/>
                  <a:pt x="247551" y="-7640"/>
                </a:cubicBezTo>
                <a:cubicBezTo>
                  <a:pt x="239415" y="-3572"/>
                  <a:pt x="229295" y="99"/>
                  <a:pt x="222250" y="99"/>
                </a:cubicBezTo>
                <a:cubicBezTo>
                  <a:pt x="215205" y="99"/>
                  <a:pt x="205085" y="-3572"/>
                  <a:pt x="196949" y="-7640"/>
                </a:cubicBezTo>
                <a:cubicBezTo>
                  <a:pt x="188516" y="-12005"/>
                  <a:pt x="179189" y="-15875"/>
                  <a:pt x="169664" y="-15875"/>
                </a:cubicBezTo>
                <a:close/>
                <a:moveTo>
                  <a:pt x="262632" y="464741"/>
                </a:moveTo>
                <a:lnTo>
                  <a:pt x="238026" y="394395"/>
                </a:lnTo>
                <a:lnTo>
                  <a:pt x="265708" y="362148"/>
                </a:lnTo>
                <a:cubicBezTo>
                  <a:pt x="268387" y="358973"/>
                  <a:pt x="269875" y="355005"/>
                  <a:pt x="269875" y="350838"/>
                </a:cubicBezTo>
                <a:cubicBezTo>
                  <a:pt x="269875" y="341213"/>
                  <a:pt x="262136" y="333474"/>
                  <a:pt x="252512" y="333474"/>
                </a:cubicBezTo>
                <a:lnTo>
                  <a:pt x="191988" y="333474"/>
                </a:lnTo>
                <a:cubicBezTo>
                  <a:pt x="182364" y="333474"/>
                  <a:pt x="174625" y="341213"/>
                  <a:pt x="174625" y="350838"/>
                </a:cubicBezTo>
                <a:cubicBezTo>
                  <a:pt x="174625" y="355005"/>
                  <a:pt x="176113" y="358973"/>
                  <a:pt x="178792" y="362148"/>
                </a:cubicBezTo>
                <a:lnTo>
                  <a:pt x="206474" y="394395"/>
                </a:lnTo>
                <a:lnTo>
                  <a:pt x="181868" y="464741"/>
                </a:lnTo>
                <a:lnTo>
                  <a:pt x="125313" y="285750"/>
                </a:lnTo>
                <a:lnTo>
                  <a:pt x="160734" y="285750"/>
                </a:lnTo>
                <a:cubicBezTo>
                  <a:pt x="178991" y="295870"/>
                  <a:pt x="199926" y="301625"/>
                  <a:pt x="222250" y="301625"/>
                </a:cubicBezTo>
                <a:cubicBezTo>
                  <a:pt x="244574" y="301625"/>
                  <a:pt x="265509" y="295870"/>
                  <a:pt x="283766" y="285750"/>
                </a:cubicBezTo>
                <a:lnTo>
                  <a:pt x="319187" y="285750"/>
                </a:lnTo>
                <a:lnTo>
                  <a:pt x="262632" y="464741"/>
                </a:lnTo>
                <a:close/>
                <a:moveTo>
                  <a:pt x="222250" y="254000"/>
                </a:moveTo>
                <a:cubicBezTo>
                  <a:pt x="187821" y="254000"/>
                  <a:pt x="158552" y="232073"/>
                  <a:pt x="147538" y="201414"/>
                </a:cubicBezTo>
                <a:cubicBezTo>
                  <a:pt x="153194" y="204589"/>
                  <a:pt x="159742" y="206375"/>
                  <a:pt x="166688" y="206375"/>
                </a:cubicBezTo>
                <a:lnTo>
                  <a:pt x="178991" y="206375"/>
                </a:lnTo>
                <a:cubicBezTo>
                  <a:pt x="195362" y="206375"/>
                  <a:pt x="209848" y="195858"/>
                  <a:pt x="215007" y="180380"/>
                </a:cubicBezTo>
                <a:cubicBezTo>
                  <a:pt x="217289" y="173434"/>
                  <a:pt x="227112" y="173434"/>
                  <a:pt x="229394" y="180380"/>
                </a:cubicBezTo>
                <a:cubicBezTo>
                  <a:pt x="234553" y="195858"/>
                  <a:pt x="249138" y="206375"/>
                  <a:pt x="265410" y="206375"/>
                </a:cubicBezTo>
                <a:lnTo>
                  <a:pt x="277713" y="206375"/>
                </a:lnTo>
                <a:cubicBezTo>
                  <a:pt x="284659" y="206375"/>
                  <a:pt x="291207" y="204589"/>
                  <a:pt x="296862" y="201414"/>
                </a:cubicBezTo>
                <a:cubicBezTo>
                  <a:pt x="285849" y="232073"/>
                  <a:pt x="256580" y="254000"/>
                  <a:pt x="222151" y="254000"/>
                </a:cubicBezTo>
                <a:close/>
              </a:path>
            </a:pathLst>
          </a:custGeom>
          <a:solidFill>
            <a:srgbClr val="8C7E72"/>
          </a:solidFill>
          <a:ln/>
        </p:spPr>
      </p:sp>
      <p:sp>
        <p:nvSpPr>
          <p:cNvPr id="16" name="Text 14"/>
          <p:cNvSpPr/>
          <p:nvPr/>
        </p:nvSpPr>
        <p:spPr>
          <a:xfrm>
            <a:off x="11125200" y="3111500"/>
            <a:ext cx="4038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Распознавание мошенников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25200" y="3619500"/>
            <a:ext cx="403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Типичные схемы обмана, телефонные мошенники, как не попасться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76600" y="5588000"/>
            <a:ext cx="4648200" cy="3111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9" name="Shape 17"/>
          <p:cNvSpPr/>
          <p:nvPr/>
        </p:nvSpPr>
        <p:spPr>
          <a:xfrm>
            <a:off x="3517900" y="59055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23812" y="-15875"/>
                </a:moveTo>
                <a:cubicBezTo>
                  <a:pt x="10616" y="-15875"/>
                  <a:pt x="0" y="-5259"/>
                  <a:pt x="0" y="7938"/>
                </a:cubicBezTo>
                <a:cubicBezTo>
                  <a:pt x="0" y="21134"/>
                  <a:pt x="10616" y="31750"/>
                  <a:pt x="23812" y="31750"/>
                </a:cubicBezTo>
                <a:lnTo>
                  <a:pt x="68759" y="31750"/>
                </a:lnTo>
                <a:cubicBezTo>
                  <a:pt x="72628" y="31750"/>
                  <a:pt x="75902" y="34528"/>
                  <a:pt x="76597" y="38298"/>
                </a:cubicBezTo>
                <a:lnTo>
                  <a:pt x="128290" y="322362"/>
                </a:lnTo>
                <a:cubicBezTo>
                  <a:pt x="134441" y="356295"/>
                  <a:pt x="164009" y="381000"/>
                  <a:pt x="198537" y="381000"/>
                </a:cubicBezTo>
                <a:lnTo>
                  <a:pt x="452437" y="381000"/>
                </a:lnTo>
                <a:cubicBezTo>
                  <a:pt x="465634" y="381000"/>
                  <a:pt x="476250" y="370384"/>
                  <a:pt x="476250" y="357188"/>
                </a:cubicBezTo>
                <a:cubicBezTo>
                  <a:pt x="476250" y="343991"/>
                  <a:pt x="465634" y="333375"/>
                  <a:pt x="452437" y="333375"/>
                </a:cubicBezTo>
                <a:lnTo>
                  <a:pt x="198537" y="333375"/>
                </a:lnTo>
                <a:cubicBezTo>
                  <a:pt x="187027" y="333375"/>
                  <a:pt x="177205" y="325140"/>
                  <a:pt x="175121" y="313829"/>
                </a:cubicBezTo>
                <a:lnTo>
                  <a:pt x="170061" y="285750"/>
                </a:lnTo>
                <a:lnTo>
                  <a:pt x="471289" y="285750"/>
                </a:lnTo>
                <a:cubicBezTo>
                  <a:pt x="501848" y="285750"/>
                  <a:pt x="528042" y="264021"/>
                  <a:pt x="533698" y="233958"/>
                </a:cubicBezTo>
                <a:lnTo>
                  <a:pt x="564455" y="69354"/>
                </a:lnTo>
                <a:cubicBezTo>
                  <a:pt x="568127" y="49808"/>
                  <a:pt x="553145" y="31750"/>
                  <a:pt x="533202" y="31750"/>
                </a:cubicBezTo>
                <a:lnTo>
                  <a:pt x="123726" y="31750"/>
                </a:lnTo>
                <a:lnTo>
                  <a:pt x="123329" y="29766"/>
                </a:lnTo>
                <a:cubicBezTo>
                  <a:pt x="118566" y="3373"/>
                  <a:pt x="95548" y="-15875"/>
                  <a:pt x="68659" y="-15875"/>
                </a:cubicBezTo>
                <a:lnTo>
                  <a:pt x="23812" y="-15875"/>
                </a:lnTo>
                <a:close/>
                <a:moveTo>
                  <a:pt x="206375" y="508000"/>
                </a:moveTo>
                <a:cubicBezTo>
                  <a:pt x="232660" y="508000"/>
                  <a:pt x="254000" y="486660"/>
                  <a:pt x="254000" y="460375"/>
                </a:cubicBezTo>
                <a:cubicBezTo>
                  <a:pt x="254000" y="434090"/>
                  <a:pt x="232660" y="412750"/>
                  <a:pt x="206375" y="412750"/>
                </a:cubicBezTo>
                <a:cubicBezTo>
                  <a:pt x="180090" y="412750"/>
                  <a:pt x="158750" y="434090"/>
                  <a:pt x="158750" y="460375"/>
                </a:cubicBezTo>
                <a:cubicBezTo>
                  <a:pt x="158750" y="486660"/>
                  <a:pt x="180090" y="508000"/>
                  <a:pt x="206375" y="508000"/>
                </a:cubicBezTo>
                <a:close/>
                <a:moveTo>
                  <a:pt x="428625" y="508000"/>
                </a:moveTo>
                <a:cubicBezTo>
                  <a:pt x="454910" y="508000"/>
                  <a:pt x="476250" y="486660"/>
                  <a:pt x="476250" y="460375"/>
                </a:cubicBezTo>
                <a:cubicBezTo>
                  <a:pt x="476250" y="434090"/>
                  <a:pt x="454910" y="412750"/>
                  <a:pt x="428625" y="412750"/>
                </a:cubicBezTo>
                <a:cubicBezTo>
                  <a:pt x="402340" y="412750"/>
                  <a:pt x="381000" y="434090"/>
                  <a:pt x="381000" y="460375"/>
                </a:cubicBezTo>
                <a:cubicBezTo>
                  <a:pt x="381000" y="486660"/>
                  <a:pt x="402340" y="508000"/>
                  <a:pt x="428625" y="508000"/>
                </a:cubicBezTo>
                <a:close/>
              </a:path>
            </a:pathLst>
          </a:custGeom>
          <a:solidFill>
            <a:srgbClr val="E8A953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6604000"/>
            <a:ext cx="4038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Безопасные покупки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81400" y="7112000"/>
            <a:ext cx="4038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сайтов, безопасная оплата, защита банковских данных при онлайн-шопинге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05800" y="5588000"/>
            <a:ext cx="4648200" cy="31115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23" name="Shape 21"/>
          <p:cNvSpPr/>
          <p:nvPr/>
        </p:nvSpPr>
        <p:spPr>
          <a:xfrm>
            <a:off x="8674100" y="59055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308967" y="31750"/>
                </a:moveTo>
                <a:lnTo>
                  <a:pt x="317500" y="31750"/>
                </a:lnTo>
                <a:cubicBezTo>
                  <a:pt x="352524" y="31750"/>
                  <a:pt x="381000" y="60226"/>
                  <a:pt x="381000" y="95250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95250"/>
                </a:lnTo>
                <a:cubicBezTo>
                  <a:pt x="0" y="60226"/>
                  <a:pt x="28476" y="31750"/>
                  <a:pt x="63500" y="31750"/>
                </a:cubicBezTo>
                <a:lnTo>
                  <a:pt x="72033" y="31750"/>
                </a:lnTo>
                <a:cubicBezTo>
                  <a:pt x="82947" y="12799"/>
                  <a:pt x="103485" y="0"/>
                  <a:pt x="127000" y="0"/>
                </a:cubicBezTo>
                <a:lnTo>
                  <a:pt x="254000" y="0"/>
                </a:lnTo>
                <a:cubicBezTo>
                  <a:pt x="277515" y="0"/>
                  <a:pt x="298053" y="12799"/>
                  <a:pt x="308967" y="31750"/>
                </a:cubicBezTo>
                <a:close/>
                <a:moveTo>
                  <a:pt x="246063" y="111125"/>
                </a:moveTo>
                <a:cubicBezTo>
                  <a:pt x="259259" y="111125"/>
                  <a:pt x="269875" y="100509"/>
                  <a:pt x="269875" y="87313"/>
                </a:cubicBezTo>
                <a:cubicBezTo>
                  <a:pt x="269875" y="74116"/>
                  <a:pt x="259259" y="63500"/>
                  <a:pt x="246063" y="63500"/>
                </a:cubicBezTo>
                <a:lnTo>
                  <a:pt x="134938" y="63500"/>
                </a:lnTo>
                <a:cubicBezTo>
                  <a:pt x="121741" y="63500"/>
                  <a:pt x="111125" y="74116"/>
                  <a:pt x="111125" y="87313"/>
                </a:cubicBezTo>
                <a:cubicBezTo>
                  <a:pt x="111125" y="100509"/>
                  <a:pt x="121741" y="111125"/>
                  <a:pt x="134938" y="111125"/>
                </a:cubicBezTo>
                <a:lnTo>
                  <a:pt x="246063" y="111125"/>
                </a:lnTo>
                <a:close/>
                <a:moveTo>
                  <a:pt x="274241" y="258663"/>
                </a:moveTo>
                <a:cubicBezTo>
                  <a:pt x="281186" y="247551"/>
                  <a:pt x="277813" y="232866"/>
                  <a:pt x="266700" y="225822"/>
                </a:cubicBezTo>
                <a:cubicBezTo>
                  <a:pt x="255587" y="218777"/>
                  <a:pt x="240903" y="222250"/>
                  <a:pt x="233859" y="233362"/>
                </a:cubicBezTo>
                <a:lnTo>
                  <a:pt x="172938" y="330895"/>
                </a:lnTo>
                <a:lnTo>
                  <a:pt x="146149" y="295176"/>
                </a:lnTo>
                <a:cubicBezTo>
                  <a:pt x="138212" y="284659"/>
                  <a:pt x="123329" y="282476"/>
                  <a:pt x="112812" y="290413"/>
                </a:cubicBezTo>
                <a:cubicBezTo>
                  <a:pt x="102295" y="298351"/>
                  <a:pt x="100112" y="313234"/>
                  <a:pt x="108049" y="323751"/>
                </a:cubicBezTo>
                <a:lnTo>
                  <a:pt x="155674" y="387251"/>
                </a:lnTo>
                <a:cubicBezTo>
                  <a:pt x="160337" y="393502"/>
                  <a:pt x="167878" y="397073"/>
                  <a:pt x="175716" y="396776"/>
                </a:cubicBezTo>
                <a:cubicBezTo>
                  <a:pt x="183555" y="396478"/>
                  <a:pt x="190698" y="392311"/>
                  <a:pt x="194866" y="385564"/>
                </a:cubicBezTo>
                <a:lnTo>
                  <a:pt x="274241" y="258564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24" name="Text 22"/>
          <p:cNvSpPr/>
          <p:nvPr/>
        </p:nvSpPr>
        <p:spPr>
          <a:xfrm>
            <a:off x="8610600" y="6604000"/>
            <a:ext cx="4038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Чек-листы безопасности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10600" y="7112000"/>
            <a:ext cx="4038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Пошаговые инструкции и памятки для безопасного поведения в интернете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533400"/>
            <a:ext cx="63500" cy="508000"/>
          </a:xfrm>
          <a:prstGeom prst="roundRect">
            <a:avLst>
              <a:gd name="adj" fmla="val 50000"/>
            </a:avLst>
          </a:prstGeom>
          <a:solidFill>
            <a:srgbClr val="D4853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826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Практические результаты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7112000" cy="1270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2541" y="394295"/>
                </a:moveTo>
                <a:cubicBezTo>
                  <a:pt x="172541" y="396280"/>
                  <a:pt x="170259" y="397867"/>
                  <a:pt x="167382" y="397867"/>
                </a:cubicBezTo>
                <a:cubicBezTo>
                  <a:pt x="164108" y="398165"/>
                  <a:pt x="161826" y="396577"/>
                  <a:pt x="161826" y="394295"/>
                </a:cubicBezTo>
                <a:cubicBezTo>
                  <a:pt x="161826" y="392311"/>
                  <a:pt x="164108" y="390723"/>
                  <a:pt x="166985" y="390723"/>
                </a:cubicBezTo>
                <a:cubicBezTo>
                  <a:pt x="169962" y="390426"/>
                  <a:pt x="172541" y="392013"/>
                  <a:pt x="172541" y="394295"/>
                </a:cubicBezTo>
                <a:close/>
                <a:moveTo>
                  <a:pt x="141684" y="389830"/>
                </a:moveTo>
                <a:cubicBezTo>
                  <a:pt x="140990" y="391815"/>
                  <a:pt x="142974" y="394097"/>
                  <a:pt x="145951" y="394692"/>
                </a:cubicBezTo>
                <a:cubicBezTo>
                  <a:pt x="148530" y="395684"/>
                  <a:pt x="151507" y="394692"/>
                  <a:pt x="152102" y="392708"/>
                </a:cubicBezTo>
                <a:cubicBezTo>
                  <a:pt x="152698" y="390723"/>
                  <a:pt x="150813" y="388441"/>
                  <a:pt x="147836" y="387548"/>
                </a:cubicBezTo>
                <a:cubicBezTo>
                  <a:pt x="145256" y="386854"/>
                  <a:pt x="142379" y="387846"/>
                  <a:pt x="141684" y="389830"/>
                </a:cubicBezTo>
                <a:close/>
                <a:moveTo>
                  <a:pt x="185539" y="388144"/>
                </a:moveTo>
                <a:cubicBezTo>
                  <a:pt x="182662" y="388838"/>
                  <a:pt x="180677" y="390723"/>
                  <a:pt x="180975" y="393005"/>
                </a:cubicBezTo>
                <a:cubicBezTo>
                  <a:pt x="181273" y="394990"/>
                  <a:pt x="183852" y="396280"/>
                  <a:pt x="186829" y="395585"/>
                </a:cubicBezTo>
                <a:cubicBezTo>
                  <a:pt x="189706" y="394891"/>
                  <a:pt x="191691" y="393005"/>
                  <a:pt x="191393" y="391021"/>
                </a:cubicBezTo>
                <a:cubicBezTo>
                  <a:pt x="191095" y="389136"/>
                  <a:pt x="188416" y="387846"/>
                  <a:pt x="185539" y="388144"/>
                </a:cubicBezTo>
                <a:close/>
                <a:moveTo>
                  <a:pt x="250825" y="7938"/>
                </a:moveTo>
                <a:cubicBezTo>
                  <a:pt x="113209" y="7938"/>
                  <a:pt x="7938" y="112415"/>
                  <a:pt x="7938" y="250031"/>
                </a:cubicBezTo>
                <a:cubicBezTo>
                  <a:pt x="7938" y="360065"/>
                  <a:pt x="77192" y="454223"/>
                  <a:pt x="176113" y="487362"/>
                </a:cubicBezTo>
                <a:cubicBezTo>
                  <a:pt x="188813" y="489645"/>
                  <a:pt x="193278" y="481806"/>
                  <a:pt x="193278" y="475357"/>
                </a:cubicBezTo>
                <a:cubicBezTo>
                  <a:pt x="193278" y="469205"/>
                  <a:pt x="192980" y="435273"/>
                  <a:pt x="192980" y="414437"/>
                </a:cubicBezTo>
                <a:cubicBezTo>
                  <a:pt x="192980" y="414437"/>
                  <a:pt x="123527" y="429320"/>
                  <a:pt x="108942" y="384870"/>
                </a:cubicBezTo>
                <a:cubicBezTo>
                  <a:pt x="108942" y="384870"/>
                  <a:pt x="97631" y="355997"/>
                  <a:pt x="81359" y="348555"/>
                </a:cubicBezTo>
                <a:cubicBezTo>
                  <a:pt x="81359" y="348555"/>
                  <a:pt x="58638" y="332978"/>
                  <a:pt x="82947" y="333276"/>
                </a:cubicBezTo>
                <a:cubicBezTo>
                  <a:pt x="82947" y="333276"/>
                  <a:pt x="107652" y="335260"/>
                  <a:pt x="121245" y="358874"/>
                </a:cubicBezTo>
                <a:cubicBezTo>
                  <a:pt x="142974" y="397173"/>
                  <a:pt x="179388" y="386159"/>
                  <a:pt x="193576" y="379611"/>
                </a:cubicBezTo>
                <a:cubicBezTo>
                  <a:pt x="195858" y="363736"/>
                  <a:pt x="202307" y="352723"/>
                  <a:pt x="209451" y="346174"/>
                </a:cubicBezTo>
                <a:cubicBezTo>
                  <a:pt x="153988" y="340023"/>
                  <a:pt x="98028" y="331986"/>
                  <a:pt x="98028" y="236537"/>
                </a:cubicBezTo>
                <a:cubicBezTo>
                  <a:pt x="98028" y="209252"/>
                  <a:pt x="105569" y="195560"/>
                  <a:pt x="121444" y="178098"/>
                </a:cubicBezTo>
                <a:cubicBezTo>
                  <a:pt x="118864" y="171648"/>
                  <a:pt x="110430" y="145058"/>
                  <a:pt x="124023" y="110728"/>
                </a:cubicBezTo>
                <a:cubicBezTo>
                  <a:pt x="144760" y="104279"/>
                  <a:pt x="192484" y="137517"/>
                  <a:pt x="192484" y="137517"/>
                </a:cubicBezTo>
                <a:cubicBezTo>
                  <a:pt x="212328" y="131961"/>
                  <a:pt x="233660" y="129084"/>
                  <a:pt x="254794" y="129084"/>
                </a:cubicBezTo>
                <a:cubicBezTo>
                  <a:pt x="275927" y="129084"/>
                  <a:pt x="297259" y="131961"/>
                  <a:pt x="317103" y="137517"/>
                </a:cubicBezTo>
                <a:cubicBezTo>
                  <a:pt x="317103" y="137517"/>
                  <a:pt x="364827" y="104180"/>
                  <a:pt x="385564" y="110728"/>
                </a:cubicBezTo>
                <a:cubicBezTo>
                  <a:pt x="399157" y="145157"/>
                  <a:pt x="390723" y="171648"/>
                  <a:pt x="388144" y="178098"/>
                </a:cubicBezTo>
                <a:cubicBezTo>
                  <a:pt x="404019" y="195659"/>
                  <a:pt x="413742" y="209352"/>
                  <a:pt x="413742" y="236537"/>
                </a:cubicBezTo>
                <a:cubicBezTo>
                  <a:pt x="413742" y="332284"/>
                  <a:pt x="355302" y="339923"/>
                  <a:pt x="299839" y="346174"/>
                </a:cubicBezTo>
                <a:cubicBezTo>
                  <a:pt x="308967" y="354012"/>
                  <a:pt x="316706" y="368895"/>
                  <a:pt x="316706" y="392212"/>
                </a:cubicBezTo>
                <a:cubicBezTo>
                  <a:pt x="316706" y="425648"/>
                  <a:pt x="316409" y="467023"/>
                  <a:pt x="316409" y="475159"/>
                </a:cubicBezTo>
                <a:cubicBezTo>
                  <a:pt x="316409" y="481608"/>
                  <a:pt x="320973" y="489446"/>
                  <a:pt x="333573" y="487164"/>
                </a:cubicBezTo>
                <a:cubicBezTo>
                  <a:pt x="432792" y="454223"/>
                  <a:pt x="500063" y="360065"/>
                  <a:pt x="500063" y="250031"/>
                </a:cubicBezTo>
                <a:cubicBezTo>
                  <a:pt x="500063" y="112415"/>
                  <a:pt x="388441" y="7938"/>
                  <a:pt x="250825" y="7938"/>
                </a:cubicBezTo>
                <a:close/>
                <a:moveTo>
                  <a:pt x="104378" y="350143"/>
                </a:moveTo>
                <a:cubicBezTo>
                  <a:pt x="103088" y="351135"/>
                  <a:pt x="103386" y="353417"/>
                  <a:pt x="105073" y="355302"/>
                </a:cubicBezTo>
                <a:cubicBezTo>
                  <a:pt x="106660" y="356890"/>
                  <a:pt x="108942" y="357584"/>
                  <a:pt x="110232" y="356295"/>
                </a:cubicBezTo>
                <a:cubicBezTo>
                  <a:pt x="111522" y="355302"/>
                  <a:pt x="111224" y="353020"/>
                  <a:pt x="109538" y="351135"/>
                </a:cubicBezTo>
                <a:cubicBezTo>
                  <a:pt x="107950" y="349548"/>
                  <a:pt x="105668" y="348853"/>
                  <a:pt x="104378" y="350143"/>
                </a:cubicBezTo>
                <a:close/>
                <a:moveTo>
                  <a:pt x="93663" y="342106"/>
                </a:moveTo>
                <a:cubicBezTo>
                  <a:pt x="92968" y="343396"/>
                  <a:pt x="93960" y="344984"/>
                  <a:pt x="95945" y="345976"/>
                </a:cubicBezTo>
                <a:cubicBezTo>
                  <a:pt x="97532" y="346968"/>
                  <a:pt x="99516" y="346670"/>
                  <a:pt x="100211" y="345281"/>
                </a:cubicBezTo>
                <a:cubicBezTo>
                  <a:pt x="100905" y="343991"/>
                  <a:pt x="99913" y="342404"/>
                  <a:pt x="97929" y="341412"/>
                </a:cubicBezTo>
                <a:cubicBezTo>
                  <a:pt x="95945" y="340816"/>
                  <a:pt x="94357" y="341114"/>
                  <a:pt x="93663" y="342106"/>
                </a:cubicBezTo>
                <a:close/>
                <a:moveTo>
                  <a:pt x="125809" y="377428"/>
                </a:moveTo>
                <a:cubicBezTo>
                  <a:pt x="124222" y="378718"/>
                  <a:pt x="124817" y="381695"/>
                  <a:pt x="127099" y="383580"/>
                </a:cubicBezTo>
                <a:cubicBezTo>
                  <a:pt x="129381" y="385862"/>
                  <a:pt x="132259" y="386159"/>
                  <a:pt x="133548" y="384572"/>
                </a:cubicBezTo>
                <a:cubicBezTo>
                  <a:pt x="134838" y="383282"/>
                  <a:pt x="134243" y="380305"/>
                  <a:pt x="132259" y="378420"/>
                </a:cubicBezTo>
                <a:cubicBezTo>
                  <a:pt x="130076" y="376138"/>
                  <a:pt x="127099" y="375841"/>
                  <a:pt x="125809" y="377428"/>
                </a:cubicBezTo>
                <a:close/>
                <a:moveTo>
                  <a:pt x="114498" y="362843"/>
                </a:moveTo>
                <a:cubicBezTo>
                  <a:pt x="112911" y="363835"/>
                  <a:pt x="112911" y="366415"/>
                  <a:pt x="114498" y="368697"/>
                </a:cubicBezTo>
                <a:cubicBezTo>
                  <a:pt x="116086" y="370979"/>
                  <a:pt x="118765" y="371971"/>
                  <a:pt x="120055" y="370979"/>
                </a:cubicBezTo>
                <a:cubicBezTo>
                  <a:pt x="121642" y="369689"/>
                  <a:pt x="121642" y="367109"/>
                  <a:pt x="120055" y="364827"/>
                </a:cubicBezTo>
                <a:cubicBezTo>
                  <a:pt x="118666" y="362545"/>
                  <a:pt x="116086" y="361553"/>
                  <a:pt x="114498" y="362843"/>
                </a:cubicBez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7" name="Text 5"/>
          <p:cNvSpPr/>
          <p:nvPr/>
        </p:nvSpPr>
        <p:spPr>
          <a:xfrm>
            <a:off x="1841500" y="177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GitHub-репозиторий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2222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Полноценный репозиторий с документацией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587500"/>
            <a:ext cx="7112000" cy="1270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0" name="Shape 8"/>
          <p:cNvSpPr/>
          <p:nvPr/>
        </p:nvSpPr>
        <p:spPr>
          <a:xfrm>
            <a:off x="8718550" y="1905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81000" y="508000"/>
                </a:moveTo>
                <a:lnTo>
                  <a:pt x="95250" y="508000"/>
                </a:lnTo>
                <a:cubicBezTo>
                  <a:pt x="42664" y="508000"/>
                  <a:pt x="0" y="465336"/>
                  <a:pt x="0" y="412750"/>
                </a:cubicBezTo>
                <a:lnTo>
                  <a:pt x="0" y="95250"/>
                </a:lnTo>
                <a:cubicBezTo>
                  <a:pt x="0" y="42664"/>
                  <a:pt x="42664" y="0"/>
                  <a:pt x="95250" y="0"/>
                </a:cubicBezTo>
                <a:lnTo>
                  <a:pt x="396875" y="0"/>
                </a:lnTo>
                <a:cubicBezTo>
                  <a:pt x="423168" y="0"/>
                  <a:pt x="444500" y="21332"/>
                  <a:pt x="444500" y="47625"/>
                </a:cubicBezTo>
                <a:lnTo>
                  <a:pt x="444500" y="333375"/>
                </a:lnTo>
                <a:cubicBezTo>
                  <a:pt x="444500" y="354112"/>
                  <a:pt x="431205" y="371773"/>
                  <a:pt x="412750" y="378321"/>
                </a:cubicBezTo>
                <a:lnTo>
                  <a:pt x="412750" y="444500"/>
                </a:lnTo>
                <a:cubicBezTo>
                  <a:pt x="430312" y="444500"/>
                  <a:pt x="444500" y="458688"/>
                  <a:pt x="444500" y="476250"/>
                </a:cubicBezTo>
                <a:cubicBezTo>
                  <a:pt x="444500" y="493812"/>
                  <a:pt x="430312" y="508000"/>
                  <a:pt x="412750" y="508000"/>
                </a:cubicBezTo>
                <a:lnTo>
                  <a:pt x="381000" y="508000"/>
                </a:lnTo>
                <a:close/>
                <a:moveTo>
                  <a:pt x="95250" y="381000"/>
                </a:moveTo>
                <a:cubicBezTo>
                  <a:pt x="77688" y="381000"/>
                  <a:pt x="63500" y="395188"/>
                  <a:pt x="63500" y="412750"/>
                </a:cubicBezTo>
                <a:cubicBezTo>
                  <a:pt x="63500" y="430312"/>
                  <a:pt x="77688" y="444500"/>
                  <a:pt x="95250" y="444500"/>
                </a:cubicBezTo>
                <a:lnTo>
                  <a:pt x="349250" y="444500"/>
                </a:lnTo>
                <a:lnTo>
                  <a:pt x="349250" y="381000"/>
                </a:lnTo>
                <a:lnTo>
                  <a:pt x="95250" y="381000"/>
                </a:lnTo>
                <a:close/>
                <a:moveTo>
                  <a:pt x="127000" y="150813"/>
                </a:moveTo>
                <a:cubicBezTo>
                  <a:pt x="127000" y="164009"/>
                  <a:pt x="137616" y="174625"/>
                  <a:pt x="150813" y="174625"/>
                </a:cubicBezTo>
                <a:lnTo>
                  <a:pt x="325438" y="174625"/>
                </a:lnTo>
                <a:cubicBezTo>
                  <a:pt x="338634" y="174625"/>
                  <a:pt x="349250" y="164009"/>
                  <a:pt x="349250" y="150813"/>
                </a:cubicBezTo>
                <a:cubicBezTo>
                  <a:pt x="349250" y="137616"/>
                  <a:pt x="338634" y="127000"/>
                  <a:pt x="325438" y="127000"/>
                </a:cubicBezTo>
                <a:lnTo>
                  <a:pt x="150813" y="127000"/>
                </a:lnTo>
                <a:cubicBezTo>
                  <a:pt x="137616" y="127000"/>
                  <a:pt x="127000" y="137616"/>
                  <a:pt x="127000" y="150813"/>
                </a:cubicBezTo>
                <a:close/>
                <a:moveTo>
                  <a:pt x="150813" y="222250"/>
                </a:moveTo>
                <a:cubicBezTo>
                  <a:pt x="137616" y="222250"/>
                  <a:pt x="127000" y="232866"/>
                  <a:pt x="127000" y="246063"/>
                </a:cubicBezTo>
                <a:cubicBezTo>
                  <a:pt x="127000" y="259259"/>
                  <a:pt x="137616" y="269875"/>
                  <a:pt x="150813" y="269875"/>
                </a:cubicBezTo>
                <a:lnTo>
                  <a:pt x="325438" y="269875"/>
                </a:lnTo>
                <a:cubicBezTo>
                  <a:pt x="338634" y="269875"/>
                  <a:pt x="349250" y="259259"/>
                  <a:pt x="349250" y="246063"/>
                </a:cubicBezTo>
                <a:cubicBezTo>
                  <a:pt x="349250" y="232866"/>
                  <a:pt x="338634" y="222250"/>
                  <a:pt x="325438" y="222250"/>
                </a:cubicBezTo>
                <a:lnTo>
                  <a:pt x="150813" y="222250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1" name="Text 9"/>
          <p:cNvSpPr/>
          <p:nvPr/>
        </p:nvSpPr>
        <p:spPr>
          <a:xfrm>
            <a:off x="9461500" y="177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База знаний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61500" y="2222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 вопросов и ответов по цифровым технологиям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238500"/>
            <a:ext cx="7112000" cy="1270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68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5" name="Text 13"/>
          <p:cNvSpPr/>
          <p:nvPr/>
        </p:nvSpPr>
        <p:spPr>
          <a:xfrm>
            <a:off x="1841500" y="3429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Материалы по безопасности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41500" y="3873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Чек-листы, рекомендации, кейсы по ИБ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238500"/>
            <a:ext cx="7112000" cy="1270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8" name="Shape 16"/>
          <p:cNvSpPr/>
          <p:nvPr/>
        </p:nvSpPr>
        <p:spPr>
          <a:xfrm>
            <a:off x="8750300" y="3556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0" y="63500"/>
                </a:moveTo>
                <a:cubicBezTo>
                  <a:pt x="0" y="28476"/>
                  <a:pt x="28476" y="0"/>
                  <a:pt x="63500" y="0"/>
                </a:cubicBezTo>
                <a:lnTo>
                  <a:pt x="211832" y="0"/>
                </a:lnTo>
                <a:cubicBezTo>
                  <a:pt x="228699" y="0"/>
                  <a:pt x="244872" y="6648"/>
                  <a:pt x="256778" y="18554"/>
                </a:cubicBezTo>
                <a:lnTo>
                  <a:pt x="362446" y="124321"/>
                </a:lnTo>
                <a:cubicBezTo>
                  <a:pt x="374352" y="136227"/>
                  <a:pt x="381000" y="152400"/>
                  <a:pt x="381000" y="169267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06375" y="58043"/>
                </a:moveTo>
                <a:lnTo>
                  <a:pt x="206375" y="150813"/>
                </a:lnTo>
                <a:cubicBezTo>
                  <a:pt x="206375" y="164009"/>
                  <a:pt x="216991" y="174625"/>
                  <a:pt x="230188" y="174625"/>
                </a:cubicBezTo>
                <a:lnTo>
                  <a:pt x="322957" y="174625"/>
                </a:lnTo>
                <a:lnTo>
                  <a:pt x="206375" y="58043"/>
                </a:lnTo>
                <a:close/>
                <a:moveTo>
                  <a:pt x="119063" y="254000"/>
                </a:moveTo>
                <a:cubicBezTo>
                  <a:pt x="105866" y="254000"/>
                  <a:pt x="95250" y="264616"/>
                  <a:pt x="95250" y="277813"/>
                </a:cubicBezTo>
                <a:cubicBezTo>
                  <a:pt x="95250" y="291009"/>
                  <a:pt x="105866" y="301625"/>
                  <a:pt x="119063" y="301625"/>
                </a:cubicBezTo>
                <a:lnTo>
                  <a:pt x="261937" y="301625"/>
                </a:lnTo>
                <a:cubicBezTo>
                  <a:pt x="275134" y="301625"/>
                  <a:pt x="285750" y="291009"/>
                  <a:pt x="285750" y="277813"/>
                </a:cubicBezTo>
                <a:cubicBezTo>
                  <a:pt x="285750" y="264616"/>
                  <a:pt x="275134" y="254000"/>
                  <a:pt x="261937" y="254000"/>
                </a:cubicBezTo>
                <a:lnTo>
                  <a:pt x="119063" y="254000"/>
                </a:lnTo>
                <a:close/>
                <a:moveTo>
                  <a:pt x="119063" y="349250"/>
                </a:moveTo>
                <a:cubicBezTo>
                  <a:pt x="105866" y="349250"/>
                  <a:pt x="95250" y="359866"/>
                  <a:pt x="95250" y="373063"/>
                </a:cubicBezTo>
                <a:cubicBezTo>
                  <a:pt x="95250" y="386259"/>
                  <a:pt x="105866" y="396875"/>
                  <a:pt x="119063" y="396875"/>
                </a:cubicBezTo>
                <a:lnTo>
                  <a:pt x="261937" y="396875"/>
                </a:lnTo>
                <a:cubicBezTo>
                  <a:pt x="275134" y="396875"/>
                  <a:pt x="285750" y="386259"/>
                  <a:pt x="285750" y="373063"/>
                </a:cubicBezTo>
                <a:cubicBezTo>
                  <a:pt x="285750" y="359866"/>
                  <a:pt x="275134" y="349250"/>
                  <a:pt x="261937" y="349250"/>
                </a:cubicBezTo>
                <a:lnTo>
                  <a:pt x="119063" y="349250"/>
                </a:lnTo>
                <a:close/>
              </a:path>
            </a:pathLst>
          </a:custGeom>
          <a:solidFill>
            <a:srgbClr val="D4853B"/>
          </a:solidFill>
          <a:ln/>
        </p:spPr>
      </p:sp>
      <p:sp>
        <p:nvSpPr>
          <p:cNvPr id="19" name="Text 17"/>
          <p:cNvSpPr/>
          <p:nvPr/>
        </p:nvSpPr>
        <p:spPr>
          <a:xfrm>
            <a:off x="9461500" y="3429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Отчёт и презентация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61500" y="3873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Итоговая документация проекта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889500"/>
            <a:ext cx="14732000" cy="1270000"/>
          </a:xfrm>
          <a:prstGeom prst="roundRect">
            <a:avLst>
              <a:gd name="adj" fmla="val 12000"/>
            </a:avLst>
          </a:prstGeom>
          <a:solidFill>
            <a:srgbClr val="D485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3300" y="5207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17500" y="15875"/>
                </a:moveTo>
                <a:cubicBezTo>
                  <a:pt x="374451" y="15875"/>
                  <a:pt x="420688" y="62112"/>
                  <a:pt x="420688" y="119063"/>
                </a:cubicBezTo>
                <a:cubicBezTo>
                  <a:pt x="420688" y="176013"/>
                  <a:pt x="374451" y="222250"/>
                  <a:pt x="317500" y="222250"/>
                </a:cubicBezTo>
                <a:cubicBezTo>
                  <a:pt x="260549" y="222250"/>
                  <a:pt x="214313" y="176013"/>
                  <a:pt x="214313" y="119063"/>
                </a:cubicBezTo>
                <a:cubicBezTo>
                  <a:pt x="214313" y="62112"/>
                  <a:pt x="260549" y="15875"/>
                  <a:pt x="317500" y="15875"/>
                </a:cubicBezTo>
                <a:close/>
                <a:moveTo>
                  <a:pt x="95250" y="87313"/>
                </a:moveTo>
                <a:cubicBezTo>
                  <a:pt x="134677" y="87313"/>
                  <a:pt x="166688" y="119323"/>
                  <a:pt x="166688" y="158750"/>
                </a:cubicBezTo>
                <a:cubicBezTo>
                  <a:pt x="166688" y="198177"/>
                  <a:pt x="134677" y="230188"/>
                  <a:pt x="95250" y="230188"/>
                </a:cubicBezTo>
                <a:cubicBezTo>
                  <a:pt x="55823" y="230188"/>
                  <a:pt x="23813" y="198177"/>
                  <a:pt x="23812" y="158750"/>
                </a:cubicBezTo>
                <a:cubicBezTo>
                  <a:pt x="23812" y="119323"/>
                  <a:pt x="55823" y="87313"/>
                  <a:pt x="95250" y="87313"/>
                </a:cubicBezTo>
                <a:close/>
                <a:moveTo>
                  <a:pt x="0" y="412750"/>
                </a:moveTo>
                <a:cubicBezTo>
                  <a:pt x="0" y="342602"/>
                  <a:pt x="56852" y="285750"/>
                  <a:pt x="127000" y="285750"/>
                </a:cubicBezTo>
                <a:cubicBezTo>
                  <a:pt x="139700" y="285750"/>
                  <a:pt x="152003" y="287635"/>
                  <a:pt x="163612" y="291108"/>
                </a:cubicBezTo>
                <a:cubicBezTo>
                  <a:pt x="130969" y="327620"/>
                  <a:pt x="111125" y="375841"/>
                  <a:pt x="111125" y="428625"/>
                </a:cubicBezTo>
                <a:lnTo>
                  <a:pt x="111125" y="444500"/>
                </a:lnTo>
                <a:cubicBezTo>
                  <a:pt x="111125" y="455811"/>
                  <a:pt x="113506" y="466527"/>
                  <a:pt x="117773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412750"/>
                </a:lnTo>
                <a:close/>
                <a:moveTo>
                  <a:pt x="517227" y="476250"/>
                </a:moveTo>
                <a:cubicBezTo>
                  <a:pt x="521494" y="466527"/>
                  <a:pt x="523875" y="455811"/>
                  <a:pt x="523875" y="444500"/>
                </a:cubicBezTo>
                <a:lnTo>
                  <a:pt x="523875" y="428625"/>
                </a:lnTo>
                <a:cubicBezTo>
                  <a:pt x="523875" y="375841"/>
                  <a:pt x="504031" y="327620"/>
                  <a:pt x="471388" y="291108"/>
                </a:cubicBezTo>
                <a:cubicBezTo>
                  <a:pt x="482997" y="287635"/>
                  <a:pt x="495300" y="285750"/>
                  <a:pt x="508000" y="285750"/>
                </a:cubicBezTo>
                <a:cubicBezTo>
                  <a:pt x="578148" y="285750"/>
                  <a:pt x="635000" y="342602"/>
                  <a:pt x="635000" y="412750"/>
                </a:cubicBezTo>
                <a:lnTo>
                  <a:pt x="635000" y="444500"/>
                </a:lnTo>
                <a:cubicBezTo>
                  <a:pt x="635000" y="462062"/>
                  <a:pt x="620812" y="476250"/>
                  <a:pt x="603250" y="476250"/>
                </a:cubicBezTo>
                <a:lnTo>
                  <a:pt x="517227" y="476250"/>
                </a:lnTo>
                <a:close/>
                <a:moveTo>
                  <a:pt x="468313" y="158750"/>
                </a:moveTo>
                <a:cubicBezTo>
                  <a:pt x="468313" y="119323"/>
                  <a:pt x="500323" y="87313"/>
                  <a:pt x="539750" y="87313"/>
                </a:cubicBezTo>
                <a:cubicBezTo>
                  <a:pt x="579177" y="87313"/>
                  <a:pt x="611188" y="119323"/>
                  <a:pt x="611188" y="158750"/>
                </a:cubicBezTo>
                <a:cubicBezTo>
                  <a:pt x="611188" y="198177"/>
                  <a:pt x="579177" y="230188"/>
                  <a:pt x="539750" y="230188"/>
                </a:cubicBezTo>
                <a:cubicBezTo>
                  <a:pt x="500323" y="230188"/>
                  <a:pt x="468313" y="198177"/>
                  <a:pt x="468313" y="158750"/>
                </a:cubicBezTo>
                <a:close/>
                <a:moveTo>
                  <a:pt x="158750" y="428625"/>
                </a:moveTo>
                <a:cubicBezTo>
                  <a:pt x="158750" y="340916"/>
                  <a:pt x="229791" y="269875"/>
                  <a:pt x="317500" y="269875"/>
                </a:cubicBezTo>
                <a:cubicBezTo>
                  <a:pt x="405209" y="269875"/>
                  <a:pt x="476250" y="340916"/>
                  <a:pt x="476250" y="428625"/>
                </a:cubicBezTo>
                <a:lnTo>
                  <a:pt x="476250" y="444500"/>
                </a:lnTo>
                <a:cubicBezTo>
                  <a:pt x="476250" y="462062"/>
                  <a:pt x="462062" y="476250"/>
                  <a:pt x="444500" y="476250"/>
                </a:cubicBezTo>
                <a:lnTo>
                  <a:pt x="190500" y="476250"/>
                </a:lnTo>
                <a:cubicBezTo>
                  <a:pt x="172938" y="476250"/>
                  <a:pt x="158750" y="462062"/>
                  <a:pt x="158750" y="444500"/>
                </a:cubicBezTo>
                <a:lnTo>
                  <a:pt x="158750" y="4286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841500" y="5080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Командная работа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41500" y="55245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Распределены роли, организована совместная работа через Git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6604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Выполненные задачи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7239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Создан GitHub-репозиторий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Настроена структура проекта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2000" y="7239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Подготовлена база знаний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D485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Выполнен технический кейс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62000" y="533400"/>
            <a:ext cx="63500" cy="508000"/>
          </a:xfrm>
          <a:prstGeom prst="roundRect">
            <a:avLst>
              <a:gd name="adj" fmla="val 50000"/>
            </a:avLst>
          </a:prstGeom>
          <a:solidFill>
            <a:srgbClr val="D4853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4826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Демонстрация продукта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16000" y="1333500"/>
            <a:ext cx="1397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Обзор ключевых компонентов проекта «Изи Колобок»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28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85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41500" y="2286000"/>
            <a:ext cx="571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GitHub-репозиторий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2984500"/>
            <a:ext cx="6477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Структурированное хранилище с документацией, базой знаний, материалами по безопасности и отчётами. Все файлы доступны команде в реальном времени.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0955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228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85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61500" y="2286000"/>
            <a:ext cx="571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База знаний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0" y="2984500"/>
            <a:ext cx="6477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30+ вопросов и ответов: как восстановить пароль, что такое фишинг, как пользоваться госуслугами, как установить программу и другие типичные вопросы.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5245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F0EAE3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571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D485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41500" y="5715000"/>
            <a:ext cx="571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29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Материалы по безопасности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" y="6413500"/>
            <a:ext cx="6477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8C7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Чек-листы безопасности, рекомендации по защите от фишинга, инструкции по созданию надёжных паролей, памятки по безопасному интернет-шопингу.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5524500"/>
            <a:ext cx="7112000" cy="3048000"/>
          </a:xfrm>
          <a:prstGeom prst="roundRect">
            <a:avLst>
              <a:gd name="adj" fmla="val 12000"/>
            </a:avLst>
          </a:prstGeom>
          <a:solidFill>
            <a:srgbClr val="D4853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571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61500" y="5715000"/>
            <a:ext cx="571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Готовность к работе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0" y="6413500"/>
            <a:ext cx="6477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 готов к консультированию реальных пользователей. Команда имеет все необходимые материалы, распределённые роли и чёткий план действий.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tsvig7qlafqha/mnt/agents/output/izi-kolobok/images/4_How_Seniors_Can_Use_Technology_to.png"/>
          <p:cNvPicPr>
            <a:picLocks noChangeAspect="1"/>
          </p:cNvPicPr>
          <p:nvPr/>
        </p:nvPicPr>
        <p:blipFill>
          <a:blip r:embed="rId3"/>
          <a:srcRect t="7882" b="788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2926">
                  <a:alpha val="94000"/>
                </a:srgbClr>
              </a:gs>
              <a:gs pos="50000">
                <a:srgbClr val="2D2926">
                  <a:alpha val="87000"/>
                </a:srgbClr>
              </a:gs>
              <a:gs pos="100000">
                <a:srgbClr val="2D2926">
                  <a:alpha val="5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2349500"/>
            <a:ext cx="1016000" cy="63500"/>
          </a:xfrm>
          <a:prstGeom prst="rect">
            <a:avLst/>
          </a:prstGeom>
          <a:solidFill>
            <a:srgbClr val="D4853B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26035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ВЫВОДЫ И ПЕРСПЕКТИВЫ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1150" y="177800"/>
                </a:moveTo>
                <a:cubicBezTo>
                  <a:pt x="311150" y="104202"/>
                  <a:pt x="251398" y="44450"/>
                  <a:pt x="177800" y="44450"/>
                </a:cubicBezTo>
                <a:cubicBezTo>
                  <a:pt x="104202" y="44450"/>
                  <a:pt x="44450" y="104202"/>
                  <a:pt x="44450" y="177800"/>
                </a:cubicBezTo>
                <a:cubicBezTo>
                  <a:pt x="44450" y="251398"/>
                  <a:pt x="104202" y="311150"/>
                  <a:pt x="177800" y="311150"/>
                </a:cubicBezTo>
                <a:cubicBezTo>
                  <a:pt x="251398" y="311150"/>
                  <a:pt x="311150" y="251398"/>
                  <a:pt x="311150" y="177800"/>
                </a:cubicBezTo>
                <a:close/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177800" y="233363"/>
                </a:moveTo>
                <a:cubicBezTo>
                  <a:pt x="208466" y="233363"/>
                  <a:pt x="233363" y="208466"/>
                  <a:pt x="233363" y="177800"/>
                </a:cubicBezTo>
                <a:cubicBezTo>
                  <a:pt x="233363" y="147134"/>
                  <a:pt x="208466" y="122238"/>
                  <a:pt x="177800" y="122238"/>
                </a:cubicBezTo>
                <a:cubicBezTo>
                  <a:pt x="147134" y="122238"/>
                  <a:pt x="122238" y="147134"/>
                  <a:pt x="122238" y="177800"/>
                </a:cubicBezTo>
                <a:cubicBezTo>
                  <a:pt x="122238" y="208466"/>
                  <a:pt x="147134" y="233363"/>
                  <a:pt x="177800" y="233363"/>
                </a:cubicBezTo>
                <a:close/>
                <a:moveTo>
                  <a:pt x="177800" y="77788"/>
                </a:moveTo>
                <a:cubicBezTo>
                  <a:pt x="232998" y="77788"/>
                  <a:pt x="277813" y="122602"/>
                  <a:pt x="277813" y="177800"/>
                </a:cubicBezTo>
                <a:cubicBezTo>
                  <a:pt x="277813" y="232998"/>
                  <a:pt x="232998" y="277813"/>
                  <a:pt x="177800" y="277813"/>
                </a:cubicBezTo>
                <a:cubicBezTo>
                  <a:pt x="122602" y="277813"/>
                  <a:pt x="77788" y="232998"/>
                  <a:pt x="77788" y="177800"/>
                </a:cubicBezTo>
                <a:cubicBezTo>
                  <a:pt x="77788" y="122602"/>
                  <a:pt x="122602" y="77788"/>
                  <a:pt x="177800" y="77788"/>
                </a:cubicBezTo>
                <a:close/>
                <a:moveTo>
                  <a:pt x="155575" y="177800"/>
                </a:moveTo>
                <a:cubicBezTo>
                  <a:pt x="155575" y="165534"/>
                  <a:pt x="165534" y="155575"/>
                  <a:pt x="177800" y="155575"/>
                </a:cubicBezTo>
                <a:cubicBezTo>
                  <a:pt x="190066" y="155575"/>
                  <a:pt x="200025" y="165534"/>
                  <a:pt x="200025" y="177800"/>
                </a:cubicBezTo>
                <a:cubicBezTo>
                  <a:pt x="200025" y="190066"/>
                  <a:pt x="190066" y="200025"/>
                  <a:pt x="177800" y="200025"/>
                </a:cubicBezTo>
                <a:cubicBezTo>
                  <a:pt x="165534" y="200025"/>
                  <a:pt x="155575" y="190066"/>
                  <a:pt x="155575" y="177800"/>
                </a:cubicBezTo>
                <a:close/>
              </a:path>
            </a:pathLst>
          </a:custGeom>
          <a:solidFill>
            <a:srgbClr val="E8A953"/>
          </a:solidFill>
          <a:ln/>
        </p:spPr>
      </p:sp>
      <p:sp>
        <p:nvSpPr>
          <p:cNvPr id="7" name="Text 4"/>
          <p:cNvSpPr/>
          <p:nvPr/>
        </p:nvSpPr>
        <p:spPr>
          <a:xfrm>
            <a:off x="1524000" y="3746500"/>
            <a:ext cx="838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 решает актуальную проблему цифрового неравенства старшего поколения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93775" y="4826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3794" y="68481"/>
                </a:moveTo>
                <a:cubicBezTo>
                  <a:pt x="359073" y="63202"/>
                  <a:pt x="367893" y="64522"/>
                  <a:pt x="370532" y="71467"/>
                </a:cubicBezTo>
                <a:cubicBezTo>
                  <a:pt x="375255" y="83760"/>
                  <a:pt x="377825" y="97165"/>
                  <a:pt x="377825" y="111125"/>
                </a:cubicBezTo>
                <a:cubicBezTo>
                  <a:pt x="377825" y="172522"/>
                  <a:pt x="328097" y="222250"/>
                  <a:pt x="266700" y="222250"/>
                </a:cubicBezTo>
                <a:cubicBezTo>
                  <a:pt x="254546" y="222250"/>
                  <a:pt x="242808" y="220305"/>
                  <a:pt x="231835" y="216694"/>
                </a:cubicBezTo>
                <a:lnTo>
                  <a:pt x="102027" y="346502"/>
                </a:lnTo>
                <a:cubicBezTo>
                  <a:pt x="82510" y="366018"/>
                  <a:pt x="50840" y="366018"/>
                  <a:pt x="31323" y="346502"/>
                </a:cubicBezTo>
                <a:cubicBezTo>
                  <a:pt x="11807" y="326985"/>
                  <a:pt x="11807" y="295315"/>
                  <a:pt x="31323" y="275798"/>
                </a:cubicBezTo>
                <a:lnTo>
                  <a:pt x="161131" y="145990"/>
                </a:lnTo>
                <a:cubicBezTo>
                  <a:pt x="157520" y="135017"/>
                  <a:pt x="155575" y="123349"/>
                  <a:pt x="155575" y="111125"/>
                </a:cubicBezTo>
                <a:cubicBezTo>
                  <a:pt x="155575" y="49728"/>
                  <a:pt x="205303" y="0"/>
                  <a:pt x="266700" y="0"/>
                </a:cubicBezTo>
                <a:cubicBezTo>
                  <a:pt x="280660" y="0"/>
                  <a:pt x="294065" y="2570"/>
                  <a:pt x="306358" y="7293"/>
                </a:cubicBezTo>
                <a:cubicBezTo>
                  <a:pt x="313303" y="9932"/>
                  <a:pt x="314553" y="18752"/>
                  <a:pt x="309344" y="24031"/>
                </a:cubicBezTo>
                <a:lnTo>
                  <a:pt x="247739" y="85636"/>
                </a:lnTo>
                <a:cubicBezTo>
                  <a:pt x="245656" y="87719"/>
                  <a:pt x="244475" y="90567"/>
                  <a:pt x="244475" y="93484"/>
                </a:cubicBezTo>
                <a:lnTo>
                  <a:pt x="244475" y="122238"/>
                </a:lnTo>
                <a:cubicBezTo>
                  <a:pt x="244475" y="128349"/>
                  <a:pt x="249476" y="133350"/>
                  <a:pt x="255588" y="133350"/>
                </a:cubicBezTo>
                <a:lnTo>
                  <a:pt x="284341" y="133350"/>
                </a:lnTo>
                <a:cubicBezTo>
                  <a:pt x="287258" y="133350"/>
                  <a:pt x="290106" y="132169"/>
                  <a:pt x="292189" y="130086"/>
                </a:cubicBezTo>
                <a:lnTo>
                  <a:pt x="353794" y="68481"/>
                </a:lnTo>
                <a:close/>
              </a:path>
            </a:pathLst>
          </a:custGeom>
          <a:solidFill>
            <a:srgbClr val="E8A953"/>
          </a:solidFill>
          <a:ln/>
        </p:spPr>
      </p:sp>
      <p:sp>
        <p:nvSpPr>
          <p:cNvPr id="9" name="Text 6"/>
          <p:cNvSpPr/>
          <p:nvPr/>
        </p:nvSpPr>
        <p:spPr>
          <a:xfrm>
            <a:off x="1524000" y="4762500"/>
            <a:ext cx="838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Команда освоила современные инструменты разработки и документирования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60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E8A953"/>
          </a:solidFill>
          <a:ln/>
        </p:spPr>
      </p:sp>
      <p:sp>
        <p:nvSpPr>
          <p:cNvPr id="11" name="Text 8"/>
          <p:cNvSpPr/>
          <p:nvPr/>
        </p:nvSpPr>
        <p:spPr>
          <a:xfrm>
            <a:off x="1524000" y="5778500"/>
            <a:ext cx="838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Планы: расширение базы знаний, сайт на GitHub Pages, новые материалы по цифровой грамотности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736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kern="0" spc="300" dirty="0">
                <a:solidFill>
                  <a:srgbClr val="E8A9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СПАСИБО ЗА ВНИМАНИЕ!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6000" y="7175500"/>
            <a:ext cx="1905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639</Words>
  <Application>Microsoft Office PowerPoint</Application>
  <PresentationFormat>Произвольный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QuattrocentoSans</vt:lpstr>
      <vt:lpstr>Liter</vt:lpstr>
      <vt:lpstr>Quattrocento 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Изи Колобок — Центр цифровой поддержки</dc:title>
  <dc:subject>Изи Колобок — Центр цифровой поддержки</dc:subject>
  <dc:creator>Kimi</dc:creator>
  <cp:lastModifiedBy>408</cp:lastModifiedBy>
  <cp:revision>3</cp:revision>
  <dcterms:created xsi:type="dcterms:W3CDTF">2026-06-05T07:02:23Z</dcterms:created>
  <dcterms:modified xsi:type="dcterms:W3CDTF">2026-06-05T07:05:13Z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{"Label":"Изи Колобок — Центр цифровой поддержки","ContentProducer":"001191110108MACG2KBH8F10000","ProduceID":"19e96959-df12-8081-8000-00006bd0be47","ReservedCode1":"","ContentPropagator":"001191110108MACG2KBH8F20000","PropagateID":"19e96959-df12-8081-8000-00006bd0be47","ReservedCode2":""}</vt:lpwstr>
  </property>
</Properties>
</file>