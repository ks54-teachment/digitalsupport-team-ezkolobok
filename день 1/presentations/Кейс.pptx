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2C4CA9-B47A-57A1-4590-379A95B11B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/>
              <a:t>Пенсионер не может войти в Госуслуги.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A773B7A-73C3-5B0B-E347-EA5A292607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Кейс</a:t>
            </a:r>
          </a:p>
          <a:p>
            <a:r>
              <a:rPr lang="ru-RU" dirty="0"/>
              <a:t>1ИСП9-78</a:t>
            </a:r>
          </a:p>
          <a:p>
            <a:r>
              <a:rPr lang="ru-RU" dirty="0"/>
              <a:t>Хинтинский, Хасанов, Шорохов, Шнурников, Саня</a:t>
            </a:r>
          </a:p>
        </p:txBody>
      </p:sp>
    </p:spTree>
    <p:extLst>
      <p:ext uri="{BB962C8B-B14F-4D97-AF65-F5344CB8AC3E}">
        <p14:creationId xmlns:p14="http://schemas.microsoft.com/office/powerpoint/2010/main" val="554741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6F1694-1C08-1E9C-57AE-134EAE00A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Описание проблемы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FB0BC5-8AE4-408B-1705-B21F0A3F2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Бабушка не может попасть в портал государственных услуг.</a:t>
            </a:r>
          </a:p>
          <a:p>
            <a:r>
              <a:rPr lang="ru-RU" dirty="0"/>
              <a:t>Александр Минаков вызвался на помощь</a:t>
            </a:r>
          </a:p>
        </p:txBody>
      </p:sp>
    </p:spTree>
    <p:extLst>
      <p:ext uri="{BB962C8B-B14F-4D97-AF65-F5344CB8AC3E}">
        <p14:creationId xmlns:p14="http://schemas.microsoft.com/office/powerpoint/2010/main" val="229650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5F1E55-29E2-0C8E-2079-E4952E3AF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Возможные причины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3F0304-FCD2-D257-0F90-2235648E3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Взломали аккаунт</a:t>
            </a:r>
          </a:p>
          <a:p>
            <a:r>
              <a:rPr lang="ru-RU" dirty="0"/>
              <a:t>Бабушка забыла пароль</a:t>
            </a:r>
          </a:p>
          <a:p>
            <a:r>
              <a:rPr lang="ru-RU" dirty="0"/>
              <a:t>Технические проблемы у бабушки (нет интернета)</a:t>
            </a:r>
          </a:p>
          <a:p>
            <a:r>
              <a:rPr lang="ru-RU" dirty="0"/>
              <a:t>Технические проблемы у </a:t>
            </a:r>
            <a:r>
              <a:rPr lang="ru-RU" dirty="0" err="1"/>
              <a:t>гос</a:t>
            </a:r>
            <a:r>
              <a:rPr lang="ru-RU" dirty="0"/>
              <a:t> услуг (тех работы)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0868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BF05F2-8711-B372-9E95-17556C80D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Риски для бабушки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AF02A7-E00D-44AC-9637-478E968EA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Если аккаунт взломан то на бабушку возьмут кредит</a:t>
            </a:r>
          </a:p>
          <a:p>
            <a:r>
              <a:rPr lang="ru-RU" dirty="0"/>
              <a:t>Без аккаунта </a:t>
            </a:r>
            <a:r>
              <a:rPr lang="ru-RU" dirty="0" err="1"/>
              <a:t>гос</a:t>
            </a:r>
            <a:r>
              <a:rPr lang="ru-RU" dirty="0"/>
              <a:t> услуг тяжело к врачу записаться</a:t>
            </a:r>
          </a:p>
        </p:txBody>
      </p:sp>
    </p:spTree>
    <p:extLst>
      <p:ext uri="{BB962C8B-B14F-4D97-AF65-F5344CB8AC3E}">
        <p14:creationId xmlns:p14="http://schemas.microsoft.com/office/powerpoint/2010/main" val="1773394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4966AA-3BCF-2330-D9BE-C059F2F1A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решения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DD1174-5F21-0E3A-3BC2-193CC20AA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Проинструктировать бабушку как зайти на сайт </a:t>
            </a:r>
            <a:r>
              <a:rPr lang="ru-RU" dirty="0" err="1"/>
              <a:t>гос</a:t>
            </a:r>
            <a:r>
              <a:rPr lang="ru-RU" dirty="0"/>
              <a:t> услуг.</a:t>
            </a:r>
          </a:p>
          <a:p>
            <a:r>
              <a:rPr lang="ru-RU" dirty="0"/>
              <a:t>Дальше бабушка должна зайти на страницу входа</a:t>
            </a:r>
          </a:p>
          <a:p>
            <a:r>
              <a:rPr lang="ru-RU" dirty="0"/>
              <a:t>Далее найти кнопку </a:t>
            </a:r>
            <a:r>
              <a:rPr lang="en-US" dirty="0"/>
              <a:t>“</a:t>
            </a:r>
            <a:r>
              <a:rPr lang="ru-RU" dirty="0"/>
              <a:t>Сбросить пароль</a:t>
            </a:r>
            <a:r>
              <a:rPr lang="en-US" dirty="0"/>
              <a:t>”</a:t>
            </a:r>
            <a:endParaRPr lang="ru-RU" dirty="0"/>
          </a:p>
          <a:p>
            <a:r>
              <a:rPr lang="ru-RU" dirty="0"/>
              <a:t>Ввести код из смс</a:t>
            </a:r>
          </a:p>
          <a:p>
            <a:r>
              <a:rPr lang="ru-RU" dirty="0"/>
              <a:t>Ввести новый пароль и записать его в надежное место</a:t>
            </a:r>
          </a:p>
          <a:p>
            <a:r>
              <a:rPr lang="ru-RU" dirty="0"/>
              <a:t>Все, аккаунт у бабушки восстановлен и защищен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41129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04B07D-E44F-8D47-E58E-F8F749081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Рекомендации по безопасности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633AE5-4017-E1E3-7A61-E029EE86D5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Дополнительно стоит подключить двухфакторную аутентификацию</a:t>
            </a:r>
          </a:p>
          <a:p>
            <a:r>
              <a:rPr lang="ru-RU" dirty="0"/>
              <a:t>Записать пароль в надёжное место</a:t>
            </a:r>
          </a:p>
          <a:p>
            <a:r>
              <a:rPr lang="ru-RU" dirty="0"/>
              <a:t>Не использовать </a:t>
            </a:r>
            <a:r>
              <a:rPr lang="ru-RU"/>
              <a:t>простые пароли</a:t>
            </a:r>
          </a:p>
        </p:txBody>
      </p:sp>
    </p:spTree>
    <p:extLst>
      <p:ext uri="{BB962C8B-B14F-4D97-AF65-F5344CB8AC3E}">
        <p14:creationId xmlns:p14="http://schemas.microsoft.com/office/powerpoint/2010/main" val="506979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25916F-D192-5EB3-4912-62FB411CD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CB0F59-607A-3B31-E61C-E3056963BA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Бабушка успешно восстановила свой аккаунт на </a:t>
            </a:r>
            <a:r>
              <a:rPr lang="ru-RU" dirty="0" err="1"/>
              <a:t>гос</a:t>
            </a:r>
            <a:r>
              <a:rPr lang="ru-RU" dirty="0"/>
              <a:t> услугах и осталась с пенсией </a:t>
            </a:r>
            <a:r>
              <a:rPr lang="ru-RU"/>
              <a:t>и деньгами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51780145"/>
      </p:ext>
    </p:extLst>
  </p:cSld>
  <p:clrMapOvr>
    <a:masterClrMapping/>
  </p:clrMapOvr>
</p:sld>
</file>

<file path=ppt/theme/theme1.xml><?xml version="1.0" encoding="utf-8"?>
<a:theme xmlns:a="http://schemas.openxmlformats.org/drawingml/2006/main" name="Берлин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{502AC5EA-1B40-4048-870A-4A6EA5710F13}TF6e1c0bd6-43b7-4cba-aa12-42a64460605493cc7547-c3a80a76487d</Template>
  <TotalTime>20</TotalTime>
  <Words>155</Words>
  <Application>Microsoft Office PowerPoint</Application>
  <PresentationFormat>Широкоэкранный</PresentationFormat>
  <Paragraphs>30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Trebuchet MS</vt:lpstr>
      <vt:lpstr>Берлин</vt:lpstr>
      <vt:lpstr>Пенсионер не может войти в Госуслуги.</vt:lpstr>
      <vt:lpstr>Описание проблемы</vt:lpstr>
      <vt:lpstr>Возможные причины</vt:lpstr>
      <vt:lpstr>Риски для бабушки</vt:lpstr>
      <vt:lpstr>Алгоритм решения</vt:lpstr>
      <vt:lpstr>Рекомендации по безопасности</vt:lpstr>
      <vt:lpstr>Выводы</vt:lpstr>
    </vt:vector>
  </TitlesOfParts>
  <Company>LightKey.Store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408</dc:creator>
  <cp:lastModifiedBy>408</cp:lastModifiedBy>
  <cp:revision>11</cp:revision>
  <dcterms:created xsi:type="dcterms:W3CDTF">2026-06-01T09:57:44Z</dcterms:created>
  <dcterms:modified xsi:type="dcterms:W3CDTF">2026-06-01T10:20:20Z</dcterms:modified>
</cp:coreProperties>
</file>